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9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0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703" r:id="rId2"/>
  </p:sldMasterIdLst>
  <p:notesMasterIdLst>
    <p:notesMasterId r:id="rId25"/>
  </p:notesMasterIdLst>
  <p:handoutMasterIdLst>
    <p:handoutMasterId r:id="rId26"/>
  </p:handoutMasterIdLst>
  <p:sldIdLst>
    <p:sldId id="256" r:id="rId3"/>
    <p:sldId id="306" r:id="rId4"/>
    <p:sldId id="330" r:id="rId5"/>
    <p:sldId id="375" r:id="rId6"/>
    <p:sldId id="369" r:id="rId7"/>
    <p:sldId id="362" r:id="rId8"/>
    <p:sldId id="361" r:id="rId9"/>
    <p:sldId id="370" r:id="rId10"/>
    <p:sldId id="371" r:id="rId11"/>
    <p:sldId id="373" r:id="rId12"/>
    <p:sldId id="372" r:id="rId13"/>
    <p:sldId id="335" r:id="rId14"/>
    <p:sldId id="376" r:id="rId15"/>
    <p:sldId id="364" r:id="rId16"/>
    <p:sldId id="365" r:id="rId17"/>
    <p:sldId id="366" r:id="rId18"/>
    <p:sldId id="374" r:id="rId19"/>
    <p:sldId id="367" r:id="rId20"/>
    <p:sldId id="368" r:id="rId21"/>
    <p:sldId id="377" r:id="rId22"/>
    <p:sldId id="378" r:id="rId23"/>
    <p:sldId id="289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9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CDE0F8"/>
    <a:srgbClr val="FDF0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F1AB2-1976-4502-BF36-3FF5EA218861}" styleName="Style moyen 4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Style moyen 4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7292A2E-F333-43FB-9621-5CBBE7FDCDCB}" styleName="Style léger 2 - Accentuation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247" autoAdjust="0"/>
  </p:normalViewPr>
  <p:slideViewPr>
    <p:cSldViewPr snapToGrid="0">
      <p:cViewPr>
        <p:scale>
          <a:sx n="100" d="100"/>
          <a:sy n="100" d="100"/>
        </p:scale>
        <p:origin x="912" y="144"/>
      </p:cViewPr>
      <p:guideLst>
        <p:guide orient="horz" pos="2160"/>
        <p:guide pos="37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5" d="100"/>
          <a:sy n="45" d="100"/>
        </p:scale>
        <p:origin x="2760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 noProof="0" dirty="0"/>
              <a:t>Répartition</a:t>
            </a:r>
            <a:r>
              <a:rPr lang="en-US" dirty="0"/>
              <a:t> des </a:t>
            </a:r>
            <a:r>
              <a:rPr lang="fr-FR" noProof="0" dirty="0"/>
              <a:t>catégories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Produits</c:v>
                </c:pt>
              </c:strCache>
            </c:strRef>
          </c:tx>
          <c:explosion val="1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AA8-4200-8A6D-77DFAED3A4D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AA8-4200-8A6D-77DFAED3A4D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AA8-4200-8A6D-77DFAED3A4D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AA8-4200-8A6D-77DFAED3A4D6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9AA8-4200-8A6D-77DFAED3A4D6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9AA8-4200-8A6D-77DFAED3A4D6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9AA8-4200-8A6D-77DFAED3A4D6}"/>
              </c:ext>
            </c:extLst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AA8-4200-8A6D-77DFAED3A4D6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AA8-4200-8A6D-77DFAED3A4D6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AA8-4200-8A6D-77DFAED3A4D6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AA8-4200-8A6D-77DFAED3A4D6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AA8-4200-8A6D-77DFAED3A4D6}"/>
                </c:ext>
              </c:extLst>
            </c:dLbl>
            <c:dLbl>
              <c:idx val="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AA8-4200-8A6D-77DFAED3A4D6}"/>
                </c:ext>
              </c:extLst>
            </c:dLbl>
            <c:dLbl>
              <c:idx val="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9AA8-4200-8A6D-77DFAED3A4D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Feuil1!$A$2:$A$8</c:f>
              <c:strCache>
                <c:ptCount val="7"/>
                <c:pt idx="0">
                  <c:v>Home Furnishing</c:v>
                </c:pt>
                <c:pt idx="1">
                  <c:v>Baby Care</c:v>
                </c:pt>
                <c:pt idx="2">
                  <c:v>Watches</c:v>
                </c:pt>
                <c:pt idx="3">
                  <c:v>Home Decor &amp; Festive Needs</c:v>
                </c:pt>
                <c:pt idx="4">
                  <c:v>Kitchen &amp; Dining</c:v>
                </c:pt>
                <c:pt idx="5">
                  <c:v>Beauty and Personal Care</c:v>
                </c:pt>
                <c:pt idx="6">
                  <c:v>Computers</c:v>
                </c:pt>
              </c:strCache>
            </c:strRef>
          </c:cat>
          <c:val>
            <c:numRef>
              <c:f>Feuil1!$B$2:$B$8</c:f>
              <c:numCache>
                <c:formatCode>General</c:formatCode>
                <c:ptCount val="7"/>
                <c:pt idx="0">
                  <c:v>150</c:v>
                </c:pt>
                <c:pt idx="1">
                  <c:v>150</c:v>
                </c:pt>
                <c:pt idx="2">
                  <c:v>150</c:v>
                </c:pt>
                <c:pt idx="3">
                  <c:v>150</c:v>
                </c:pt>
                <c:pt idx="4">
                  <c:v>150</c:v>
                </c:pt>
                <c:pt idx="5">
                  <c:v>150</c:v>
                </c:pt>
                <c:pt idx="6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9AA8-4200-8A6D-77DFAED3A4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6316025802844787E-2"/>
          <c:y val="0.83256149041567951"/>
          <c:w val="0.92854091334157007"/>
          <c:h val="0.1510267068705578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kaggle.com/c/home-credit-default-risk" TargetMode="Externa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kaggle.com/c/home-credit-default-risk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6B8BE1-39B8-449F-9BBE-2A4CC7436AE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24237372-51CC-4F50-9440-924360452916}">
      <dgm:prSet phldrT="[Texte]" custT="1"/>
      <dgm:spPr/>
      <dgm:t>
        <a:bodyPr/>
        <a:lstStyle/>
        <a:p>
          <a:r>
            <a:rPr lang="fr-FR" sz="1600" b="1" u="sng" dirty="0"/>
            <a:t>Objectifs :</a:t>
          </a:r>
        </a:p>
        <a:p>
          <a:r>
            <a:rPr lang="fr-FR" sz="1600" b="1" i="0" dirty="0"/>
            <a:t>- Utiliser l’API pour faire un </a:t>
          </a:r>
          <a:r>
            <a:rPr lang="fr-FR" sz="1600" b="1" i="0" dirty="0" err="1"/>
            <a:t>dashbord</a:t>
          </a:r>
          <a:r>
            <a:rPr lang="fr-FR" sz="1600" b="1" i="0" dirty="0"/>
            <a:t> interactif capable d’expliquer le score</a:t>
          </a:r>
        </a:p>
        <a:p>
          <a:r>
            <a:rPr lang="fr-FR" sz="1600" b="1" i="0" dirty="0"/>
            <a:t>- Assurer une veille technique: : Présenter un état de l’art</a:t>
          </a:r>
        </a:p>
      </dgm:t>
    </dgm:pt>
    <dgm:pt modelId="{0D3EBBDD-027B-4560-805D-EA69DCDB477B}" type="parTrans" cxnId="{15926568-F7C6-44BA-9A42-BBC3D6315D79}">
      <dgm:prSet/>
      <dgm:spPr/>
      <dgm:t>
        <a:bodyPr/>
        <a:lstStyle/>
        <a:p>
          <a:endParaRPr lang="fr-FR" sz="1600"/>
        </a:p>
      </dgm:t>
    </dgm:pt>
    <dgm:pt modelId="{C45FDC82-687D-41AA-B9D3-617A87587751}" type="sibTrans" cxnId="{15926568-F7C6-44BA-9A42-BBC3D6315D79}">
      <dgm:prSet/>
      <dgm:spPr/>
      <dgm:t>
        <a:bodyPr/>
        <a:lstStyle/>
        <a:p>
          <a:endParaRPr lang="fr-FR" sz="1600"/>
        </a:p>
      </dgm:t>
    </dgm:pt>
    <dgm:pt modelId="{A09F7278-6337-4F08-984D-EC8D56A9005D}">
      <dgm:prSet phldrT="[Texte]" custT="1"/>
      <dgm:spPr/>
      <dgm:t>
        <a:bodyPr/>
        <a:lstStyle/>
        <a:p>
          <a:r>
            <a:rPr lang="fr-FR" sz="1600" b="1" u="sng" dirty="0"/>
            <a:t>Contexte :</a:t>
          </a:r>
        </a:p>
        <a:p>
          <a:r>
            <a:rPr lang="fr-FR" sz="1600" b="1" i="0" dirty="0"/>
            <a:t>"Prêt à dépenser"</a:t>
          </a:r>
          <a:r>
            <a:rPr lang="fr-FR" sz="1600" b="0" i="0" dirty="0"/>
            <a:t> accorde des </a:t>
          </a:r>
          <a:r>
            <a:rPr lang="fr-FR" sz="1600" b="1" i="0" dirty="0"/>
            <a:t>crédits</a:t>
          </a:r>
          <a:r>
            <a:rPr lang="fr-FR" sz="1600" b="0" i="0" dirty="0"/>
            <a:t> à des clients </a:t>
          </a:r>
          <a:r>
            <a:rPr lang="fr-FR" sz="1600" b="1" i="0" dirty="0"/>
            <a:t>sans historique</a:t>
          </a:r>
          <a:r>
            <a:rPr lang="fr-FR" sz="1600" b="0" i="0" dirty="0"/>
            <a:t>.</a:t>
          </a:r>
        </a:p>
        <a:p>
          <a:r>
            <a:rPr lang="fr-FR" sz="1600" b="0" i="0" dirty="0"/>
            <a:t>L’entreprise </a:t>
          </a:r>
          <a:r>
            <a:rPr lang="fr-FR" sz="1600" b="1" i="0" dirty="0"/>
            <a:t>souhaite gagner en transparence vis-à-vis des clients et décide donc de développer un </a:t>
          </a:r>
          <a:r>
            <a:rPr lang="fr-FR" sz="1600" b="1" i="0" dirty="0" err="1"/>
            <a:t>dashboard</a:t>
          </a:r>
          <a:r>
            <a:rPr lang="fr-FR" sz="1600" b="1" i="0" dirty="0"/>
            <a:t> interactif pour que les chargés de relation client puissent expliquer de façon transparente les décisions d’octroi de crédit.</a:t>
          </a:r>
          <a:endParaRPr lang="fr-FR" sz="1600" dirty="0"/>
        </a:p>
      </dgm:t>
    </dgm:pt>
    <dgm:pt modelId="{062405FF-516C-4F94-9BD1-E4D20A72E6A9}" type="sibTrans" cxnId="{6C571795-0C4E-48D4-B5C4-2D56101F4231}">
      <dgm:prSet/>
      <dgm:spPr/>
      <dgm:t>
        <a:bodyPr/>
        <a:lstStyle/>
        <a:p>
          <a:endParaRPr lang="fr-FR" sz="1600"/>
        </a:p>
      </dgm:t>
    </dgm:pt>
    <dgm:pt modelId="{687E22A5-A6A8-4FA5-B8A8-060C56075CB6}" type="parTrans" cxnId="{6C571795-0C4E-48D4-B5C4-2D56101F4231}">
      <dgm:prSet/>
      <dgm:spPr/>
      <dgm:t>
        <a:bodyPr/>
        <a:lstStyle/>
        <a:p>
          <a:endParaRPr lang="fr-FR" sz="1600"/>
        </a:p>
      </dgm:t>
    </dgm:pt>
    <dgm:pt modelId="{0AF9209F-7D64-480C-8193-A0CD5EB288AD}">
      <dgm:prSet phldrT="[Texte]" custT="1"/>
      <dgm:spPr/>
      <dgm:t>
        <a:bodyPr/>
        <a:lstStyle/>
        <a:p>
          <a:endParaRPr lang="fr-FR" sz="1600" dirty="0"/>
        </a:p>
      </dgm:t>
    </dgm:pt>
    <dgm:pt modelId="{56DC4D37-FA51-4BCA-B338-B2E052134FD8}" type="parTrans" cxnId="{689196A5-8713-4F76-AE33-D2633E279B97}">
      <dgm:prSet/>
      <dgm:spPr/>
      <dgm:t>
        <a:bodyPr/>
        <a:lstStyle/>
        <a:p>
          <a:endParaRPr lang="fr-FR" sz="1600"/>
        </a:p>
      </dgm:t>
    </dgm:pt>
    <dgm:pt modelId="{EB061BBF-C8AA-43F2-9334-0E24AAAE7714}" type="sibTrans" cxnId="{689196A5-8713-4F76-AE33-D2633E279B97}">
      <dgm:prSet/>
      <dgm:spPr/>
      <dgm:t>
        <a:bodyPr/>
        <a:lstStyle/>
        <a:p>
          <a:endParaRPr lang="fr-FR" sz="1600"/>
        </a:p>
      </dgm:t>
    </dgm:pt>
    <dgm:pt modelId="{DBEF54E5-801E-48FA-91C3-5AEA9B86C755}">
      <dgm:prSet phldrT="[Texte]" custT="1"/>
      <dgm:spPr/>
      <dgm:t>
        <a:bodyPr/>
        <a:lstStyle/>
        <a:p>
          <a:pPr>
            <a:lnSpc>
              <a:spcPct val="90000"/>
            </a:lnSpc>
          </a:pPr>
          <a:r>
            <a:rPr lang="fr-FR" sz="1600" b="1" u="sng" dirty="0"/>
            <a:t>Data</a:t>
          </a:r>
          <a:r>
            <a:rPr lang="fr-FR" sz="1600" u="sng" dirty="0"/>
            <a:t>: </a:t>
          </a:r>
        </a:p>
        <a:p>
          <a:pPr>
            <a:lnSpc>
              <a:spcPct val="90000"/>
            </a:lnSpc>
          </a:pPr>
          <a:r>
            <a:rPr lang="fr-FR" sz="1600" b="1" i="0" dirty="0"/>
            <a:t>- </a:t>
          </a:r>
          <a:r>
            <a:rPr lang="fr-FR" sz="1600" b="1" i="0" dirty="0" err="1"/>
            <a:t>Dataset</a:t>
          </a:r>
          <a:r>
            <a:rPr lang="fr-FR" sz="1600" b="0" i="0" dirty="0"/>
            <a:t> : </a:t>
          </a:r>
          <a:r>
            <a:rPr lang="fr-FR" sz="1600" b="0" i="0" dirty="0">
              <a:hlinkClick xmlns:r="http://schemas.openxmlformats.org/officeDocument/2006/relationships" r:id="rId1"/>
            </a:rPr>
            <a:t>Home </a:t>
          </a:r>
          <a:r>
            <a:rPr lang="fr-FR" sz="1600" b="0" i="0" dirty="0" err="1">
              <a:hlinkClick xmlns:r="http://schemas.openxmlformats.org/officeDocument/2006/relationships" r:id="rId1"/>
            </a:rPr>
            <a:t>Credit</a:t>
          </a:r>
          <a:r>
            <a:rPr lang="fr-FR" sz="1600" b="0" i="0" dirty="0">
              <a:hlinkClick xmlns:r="http://schemas.openxmlformats.org/officeDocument/2006/relationships" r:id="rId1"/>
            </a:rPr>
            <a:t> </a:t>
          </a:r>
          <a:r>
            <a:rPr lang="fr-FR" sz="1600" b="0" i="0" dirty="0" err="1">
              <a:hlinkClick xmlns:r="http://schemas.openxmlformats.org/officeDocument/2006/relationships" r:id="rId1"/>
            </a:rPr>
            <a:t>Kaggle</a:t>
          </a:r>
          <a:r>
            <a:rPr lang="fr-FR" sz="1600" b="0" i="0" dirty="0"/>
            <a:t>.</a:t>
          </a:r>
          <a:endParaRPr lang="fr-FR" sz="1600" u="sng" dirty="0"/>
        </a:p>
        <a:p>
          <a:pPr>
            <a:lnSpc>
              <a:spcPct val="90000"/>
            </a:lnSpc>
          </a:pPr>
          <a:r>
            <a:rPr lang="fr-FR" sz="1600" b="1" i="0" dirty="0"/>
            <a:t>- API du projet précédent</a:t>
          </a:r>
        </a:p>
        <a:p>
          <a:pPr>
            <a:lnSpc>
              <a:spcPct val="90000"/>
            </a:lnSpc>
          </a:pPr>
          <a:r>
            <a:rPr lang="fr-FR" sz="1600" b="1" i="0" dirty="0"/>
            <a:t>- Nécessaires au fonctionnement de l’API (modèle, pipeline…)</a:t>
          </a:r>
        </a:p>
        <a:p>
          <a:pPr>
            <a:lnSpc>
              <a:spcPct val="90000"/>
            </a:lnSpc>
          </a:pPr>
          <a:endParaRPr lang="fr-FR" sz="1600" dirty="0"/>
        </a:p>
      </dgm:t>
    </dgm:pt>
    <dgm:pt modelId="{FE78F06F-E8D9-42B1-BA85-C6A37245B55B}" type="parTrans" cxnId="{164E624A-71AD-4347-A41A-C7B95D23537F}">
      <dgm:prSet/>
      <dgm:spPr/>
      <dgm:t>
        <a:bodyPr/>
        <a:lstStyle/>
        <a:p>
          <a:endParaRPr lang="fr-FR" sz="1600"/>
        </a:p>
      </dgm:t>
    </dgm:pt>
    <dgm:pt modelId="{38564D41-0409-40BB-9846-B7FCCB0FAEE6}" type="sibTrans" cxnId="{164E624A-71AD-4347-A41A-C7B95D23537F}">
      <dgm:prSet/>
      <dgm:spPr/>
      <dgm:t>
        <a:bodyPr/>
        <a:lstStyle/>
        <a:p>
          <a:endParaRPr lang="fr-FR" sz="1600"/>
        </a:p>
      </dgm:t>
    </dgm:pt>
    <dgm:pt modelId="{4805C688-2FA0-48C6-BADF-FCB13C71DCD0}" type="pres">
      <dgm:prSet presAssocID="{B36B8BE1-39B8-449F-9BBE-2A4CC7436AEC}" presName="vert0" presStyleCnt="0">
        <dgm:presLayoutVars>
          <dgm:dir/>
          <dgm:animOne val="branch"/>
          <dgm:animLvl val="lvl"/>
        </dgm:presLayoutVars>
      </dgm:prSet>
      <dgm:spPr/>
    </dgm:pt>
    <dgm:pt modelId="{9C3C97A9-A7FD-4776-806C-4F5B7B89D612}" type="pres">
      <dgm:prSet presAssocID="{0AF9209F-7D64-480C-8193-A0CD5EB288AD}" presName="thickLine" presStyleLbl="alignNode1" presStyleIdx="0" presStyleCnt="1"/>
      <dgm:spPr/>
    </dgm:pt>
    <dgm:pt modelId="{9A14A2E3-9F0C-4DC0-8DD3-CA3C111F759F}" type="pres">
      <dgm:prSet presAssocID="{0AF9209F-7D64-480C-8193-A0CD5EB288AD}" presName="horz1" presStyleCnt="0"/>
      <dgm:spPr/>
    </dgm:pt>
    <dgm:pt modelId="{F32028D4-1FA7-4467-AF04-97BBB13725F5}" type="pres">
      <dgm:prSet presAssocID="{0AF9209F-7D64-480C-8193-A0CD5EB288AD}" presName="tx1" presStyleLbl="revTx" presStyleIdx="0" presStyleCnt="4"/>
      <dgm:spPr/>
    </dgm:pt>
    <dgm:pt modelId="{720ED282-58CF-4649-8953-6AA59CEC2105}" type="pres">
      <dgm:prSet presAssocID="{0AF9209F-7D64-480C-8193-A0CD5EB288AD}" presName="vert1" presStyleCnt="0"/>
      <dgm:spPr/>
    </dgm:pt>
    <dgm:pt modelId="{E3BD6266-84A1-4932-A8CC-CA7F03F54626}" type="pres">
      <dgm:prSet presAssocID="{A09F7278-6337-4F08-984D-EC8D56A9005D}" presName="vertSpace2a" presStyleCnt="0"/>
      <dgm:spPr/>
    </dgm:pt>
    <dgm:pt modelId="{4282421D-16B9-48A6-B0BE-160BFE143996}" type="pres">
      <dgm:prSet presAssocID="{A09F7278-6337-4F08-984D-EC8D56A9005D}" presName="horz2" presStyleCnt="0"/>
      <dgm:spPr/>
    </dgm:pt>
    <dgm:pt modelId="{379BD86E-6C03-453B-B072-92D02EC45D32}" type="pres">
      <dgm:prSet presAssocID="{A09F7278-6337-4F08-984D-EC8D56A9005D}" presName="horzSpace2" presStyleCnt="0"/>
      <dgm:spPr/>
    </dgm:pt>
    <dgm:pt modelId="{E4C12C7E-CD5A-4BFC-93EF-F0FFDC011B8E}" type="pres">
      <dgm:prSet presAssocID="{A09F7278-6337-4F08-984D-EC8D56A9005D}" presName="tx2" presStyleLbl="revTx" presStyleIdx="1" presStyleCnt="4"/>
      <dgm:spPr/>
    </dgm:pt>
    <dgm:pt modelId="{1D5AFF27-5168-478E-96CD-FCE4613DE143}" type="pres">
      <dgm:prSet presAssocID="{A09F7278-6337-4F08-984D-EC8D56A9005D}" presName="vert2" presStyleCnt="0"/>
      <dgm:spPr/>
    </dgm:pt>
    <dgm:pt modelId="{B77F2C4D-3677-4150-8D11-AEEE7D1313B8}" type="pres">
      <dgm:prSet presAssocID="{A09F7278-6337-4F08-984D-EC8D56A9005D}" presName="thinLine2b" presStyleLbl="callout" presStyleIdx="0" presStyleCnt="3"/>
      <dgm:spPr/>
    </dgm:pt>
    <dgm:pt modelId="{430A6B44-B3E2-4C5B-A613-1B3E382D83FC}" type="pres">
      <dgm:prSet presAssocID="{A09F7278-6337-4F08-984D-EC8D56A9005D}" presName="vertSpace2b" presStyleCnt="0"/>
      <dgm:spPr/>
    </dgm:pt>
    <dgm:pt modelId="{CAC5BC9B-CCD3-48DD-BDD1-8FA3FD892A03}" type="pres">
      <dgm:prSet presAssocID="{24237372-51CC-4F50-9440-924360452916}" presName="horz2" presStyleCnt="0"/>
      <dgm:spPr/>
    </dgm:pt>
    <dgm:pt modelId="{E327B502-AAA4-4D53-8708-DE8EE139D182}" type="pres">
      <dgm:prSet presAssocID="{24237372-51CC-4F50-9440-924360452916}" presName="horzSpace2" presStyleCnt="0"/>
      <dgm:spPr/>
    </dgm:pt>
    <dgm:pt modelId="{F8E08BB8-1B02-4177-AC4D-1B31E44F2E8E}" type="pres">
      <dgm:prSet presAssocID="{24237372-51CC-4F50-9440-924360452916}" presName="tx2" presStyleLbl="revTx" presStyleIdx="2" presStyleCnt="4"/>
      <dgm:spPr/>
    </dgm:pt>
    <dgm:pt modelId="{C5C0863F-3C05-4E9F-AE51-741944C6DDD8}" type="pres">
      <dgm:prSet presAssocID="{24237372-51CC-4F50-9440-924360452916}" presName="vert2" presStyleCnt="0"/>
      <dgm:spPr/>
    </dgm:pt>
    <dgm:pt modelId="{E7B41594-A659-4D96-B1F2-B1C8930BBAE3}" type="pres">
      <dgm:prSet presAssocID="{24237372-51CC-4F50-9440-924360452916}" presName="thinLine2b" presStyleLbl="callout" presStyleIdx="1" presStyleCnt="3"/>
      <dgm:spPr/>
    </dgm:pt>
    <dgm:pt modelId="{25842D99-DE38-4359-877E-AA86BF16219B}" type="pres">
      <dgm:prSet presAssocID="{24237372-51CC-4F50-9440-924360452916}" presName="vertSpace2b" presStyleCnt="0"/>
      <dgm:spPr/>
    </dgm:pt>
    <dgm:pt modelId="{89325B97-1C82-4E1F-8DDF-50F425495D42}" type="pres">
      <dgm:prSet presAssocID="{DBEF54E5-801E-48FA-91C3-5AEA9B86C755}" presName="horz2" presStyleCnt="0"/>
      <dgm:spPr/>
    </dgm:pt>
    <dgm:pt modelId="{73E7691B-D9D3-4C3D-98B1-DF8FDA471BD3}" type="pres">
      <dgm:prSet presAssocID="{DBEF54E5-801E-48FA-91C3-5AEA9B86C755}" presName="horzSpace2" presStyleCnt="0"/>
      <dgm:spPr/>
    </dgm:pt>
    <dgm:pt modelId="{116FB7BB-F280-4F56-B5C0-0970C7C56368}" type="pres">
      <dgm:prSet presAssocID="{DBEF54E5-801E-48FA-91C3-5AEA9B86C755}" presName="tx2" presStyleLbl="revTx" presStyleIdx="3" presStyleCnt="4"/>
      <dgm:spPr/>
    </dgm:pt>
    <dgm:pt modelId="{6997429F-1878-4C4A-AD87-CB9649C1C07C}" type="pres">
      <dgm:prSet presAssocID="{DBEF54E5-801E-48FA-91C3-5AEA9B86C755}" presName="vert2" presStyleCnt="0"/>
      <dgm:spPr/>
    </dgm:pt>
    <dgm:pt modelId="{0EA8DF1D-7ED5-43FB-8BC9-43E859D9B83D}" type="pres">
      <dgm:prSet presAssocID="{DBEF54E5-801E-48FA-91C3-5AEA9B86C755}" presName="thinLine2b" presStyleLbl="callout" presStyleIdx="2" presStyleCnt="3"/>
      <dgm:spPr/>
    </dgm:pt>
    <dgm:pt modelId="{1D4CBC04-CD06-4E8B-8E17-FDFCF6CBE1E9}" type="pres">
      <dgm:prSet presAssocID="{DBEF54E5-801E-48FA-91C3-5AEA9B86C755}" presName="vertSpace2b" presStyleCnt="0"/>
      <dgm:spPr/>
    </dgm:pt>
  </dgm:ptLst>
  <dgm:cxnLst>
    <dgm:cxn modelId="{15926568-F7C6-44BA-9A42-BBC3D6315D79}" srcId="{0AF9209F-7D64-480C-8193-A0CD5EB288AD}" destId="{24237372-51CC-4F50-9440-924360452916}" srcOrd="1" destOrd="0" parTransId="{0D3EBBDD-027B-4560-805D-EA69DCDB477B}" sibTransId="{C45FDC82-687D-41AA-B9D3-617A87587751}"/>
    <dgm:cxn modelId="{164E624A-71AD-4347-A41A-C7B95D23537F}" srcId="{0AF9209F-7D64-480C-8193-A0CD5EB288AD}" destId="{DBEF54E5-801E-48FA-91C3-5AEA9B86C755}" srcOrd="2" destOrd="0" parTransId="{FE78F06F-E8D9-42B1-BA85-C6A37245B55B}" sibTransId="{38564D41-0409-40BB-9846-B7FCCB0FAEE6}"/>
    <dgm:cxn modelId="{F1E9A883-F0C1-47B7-814B-17C997B191DD}" type="presOf" srcId="{0AF9209F-7D64-480C-8193-A0CD5EB288AD}" destId="{F32028D4-1FA7-4467-AF04-97BBB13725F5}" srcOrd="0" destOrd="0" presId="urn:microsoft.com/office/officeart/2008/layout/LinedList"/>
    <dgm:cxn modelId="{6C571795-0C4E-48D4-B5C4-2D56101F4231}" srcId="{0AF9209F-7D64-480C-8193-A0CD5EB288AD}" destId="{A09F7278-6337-4F08-984D-EC8D56A9005D}" srcOrd="0" destOrd="0" parTransId="{687E22A5-A6A8-4FA5-B8A8-060C56075CB6}" sibTransId="{062405FF-516C-4F94-9BD1-E4D20A72E6A9}"/>
    <dgm:cxn modelId="{689196A5-8713-4F76-AE33-D2633E279B97}" srcId="{B36B8BE1-39B8-449F-9BBE-2A4CC7436AEC}" destId="{0AF9209F-7D64-480C-8193-A0CD5EB288AD}" srcOrd="0" destOrd="0" parTransId="{56DC4D37-FA51-4BCA-B338-B2E052134FD8}" sibTransId="{EB061BBF-C8AA-43F2-9334-0E24AAAE7714}"/>
    <dgm:cxn modelId="{20A9C3AB-F03E-4C86-B041-71396D6A0EDC}" type="presOf" srcId="{DBEF54E5-801E-48FA-91C3-5AEA9B86C755}" destId="{116FB7BB-F280-4F56-B5C0-0970C7C56368}" srcOrd="0" destOrd="0" presId="urn:microsoft.com/office/officeart/2008/layout/LinedList"/>
    <dgm:cxn modelId="{FA6F34B0-D8CF-414B-B7D6-BECC52E8306F}" type="presOf" srcId="{A09F7278-6337-4F08-984D-EC8D56A9005D}" destId="{E4C12C7E-CD5A-4BFC-93EF-F0FFDC011B8E}" srcOrd="0" destOrd="0" presId="urn:microsoft.com/office/officeart/2008/layout/LinedList"/>
    <dgm:cxn modelId="{3BBAE0B2-C4A1-40D3-B60B-A5BB1DC28E11}" type="presOf" srcId="{24237372-51CC-4F50-9440-924360452916}" destId="{F8E08BB8-1B02-4177-AC4D-1B31E44F2E8E}" srcOrd="0" destOrd="0" presId="urn:microsoft.com/office/officeart/2008/layout/LinedList"/>
    <dgm:cxn modelId="{E0B6F1E9-1C6B-4991-B389-0D6B2D97AFF3}" type="presOf" srcId="{B36B8BE1-39B8-449F-9BBE-2A4CC7436AEC}" destId="{4805C688-2FA0-48C6-BADF-FCB13C71DCD0}" srcOrd="0" destOrd="0" presId="urn:microsoft.com/office/officeart/2008/layout/LinedList"/>
    <dgm:cxn modelId="{3CCB34CD-CBFF-4266-92F7-AB752FB66A3D}" type="presParOf" srcId="{4805C688-2FA0-48C6-BADF-FCB13C71DCD0}" destId="{9C3C97A9-A7FD-4776-806C-4F5B7B89D612}" srcOrd="0" destOrd="0" presId="urn:microsoft.com/office/officeart/2008/layout/LinedList"/>
    <dgm:cxn modelId="{A93372F5-4E45-4D51-9292-497D032161C4}" type="presParOf" srcId="{4805C688-2FA0-48C6-BADF-FCB13C71DCD0}" destId="{9A14A2E3-9F0C-4DC0-8DD3-CA3C111F759F}" srcOrd="1" destOrd="0" presId="urn:microsoft.com/office/officeart/2008/layout/LinedList"/>
    <dgm:cxn modelId="{BCEDE998-2D40-4A12-98D6-9F73032C2348}" type="presParOf" srcId="{9A14A2E3-9F0C-4DC0-8DD3-CA3C111F759F}" destId="{F32028D4-1FA7-4467-AF04-97BBB13725F5}" srcOrd="0" destOrd="0" presId="urn:microsoft.com/office/officeart/2008/layout/LinedList"/>
    <dgm:cxn modelId="{BFCC8962-6402-4471-89AC-D148B4296978}" type="presParOf" srcId="{9A14A2E3-9F0C-4DC0-8DD3-CA3C111F759F}" destId="{720ED282-58CF-4649-8953-6AA59CEC2105}" srcOrd="1" destOrd="0" presId="urn:microsoft.com/office/officeart/2008/layout/LinedList"/>
    <dgm:cxn modelId="{E5C0AA77-B0FF-4059-9C50-BB4D5185E279}" type="presParOf" srcId="{720ED282-58CF-4649-8953-6AA59CEC2105}" destId="{E3BD6266-84A1-4932-A8CC-CA7F03F54626}" srcOrd="0" destOrd="0" presId="urn:microsoft.com/office/officeart/2008/layout/LinedList"/>
    <dgm:cxn modelId="{EA9486EB-6B17-4E52-8843-4E10B3E38817}" type="presParOf" srcId="{720ED282-58CF-4649-8953-6AA59CEC2105}" destId="{4282421D-16B9-48A6-B0BE-160BFE143996}" srcOrd="1" destOrd="0" presId="urn:microsoft.com/office/officeart/2008/layout/LinedList"/>
    <dgm:cxn modelId="{A5B7C403-121B-4846-B36F-7AAC2809285C}" type="presParOf" srcId="{4282421D-16B9-48A6-B0BE-160BFE143996}" destId="{379BD86E-6C03-453B-B072-92D02EC45D32}" srcOrd="0" destOrd="0" presId="urn:microsoft.com/office/officeart/2008/layout/LinedList"/>
    <dgm:cxn modelId="{1B3334F9-67F6-4DAD-BF18-C248FC4BB3D8}" type="presParOf" srcId="{4282421D-16B9-48A6-B0BE-160BFE143996}" destId="{E4C12C7E-CD5A-4BFC-93EF-F0FFDC011B8E}" srcOrd="1" destOrd="0" presId="urn:microsoft.com/office/officeart/2008/layout/LinedList"/>
    <dgm:cxn modelId="{C7D78A44-79DF-4E56-B705-0F03B641ED2F}" type="presParOf" srcId="{4282421D-16B9-48A6-B0BE-160BFE143996}" destId="{1D5AFF27-5168-478E-96CD-FCE4613DE143}" srcOrd="2" destOrd="0" presId="urn:microsoft.com/office/officeart/2008/layout/LinedList"/>
    <dgm:cxn modelId="{71A6353F-4D01-4C46-8D42-7A49ED849548}" type="presParOf" srcId="{720ED282-58CF-4649-8953-6AA59CEC2105}" destId="{B77F2C4D-3677-4150-8D11-AEEE7D1313B8}" srcOrd="2" destOrd="0" presId="urn:microsoft.com/office/officeart/2008/layout/LinedList"/>
    <dgm:cxn modelId="{E8F25EA5-F6CC-464C-97CF-BE028F6E9D13}" type="presParOf" srcId="{720ED282-58CF-4649-8953-6AA59CEC2105}" destId="{430A6B44-B3E2-4C5B-A613-1B3E382D83FC}" srcOrd="3" destOrd="0" presId="urn:microsoft.com/office/officeart/2008/layout/LinedList"/>
    <dgm:cxn modelId="{C5EC1E89-62A1-4011-A49A-793DEE9D6016}" type="presParOf" srcId="{720ED282-58CF-4649-8953-6AA59CEC2105}" destId="{CAC5BC9B-CCD3-48DD-BDD1-8FA3FD892A03}" srcOrd="4" destOrd="0" presId="urn:microsoft.com/office/officeart/2008/layout/LinedList"/>
    <dgm:cxn modelId="{E08B18EB-11D7-4CF9-A388-DE4E784D6F1C}" type="presParOf" srcId="{CAC5BC9B-CCD3-48DD-BDD1-8FA3FD892A03}" destId="{E327B502-AAA4-4D53-8708-DE8EE139D182}" srcOrd="0" destOrd="0" presId="urn:microsoft.com/office/officeart/2008/layout/LinedList"/>
    <dgm:cxn modelId="{C9C60DFC-DBFD-43F0-962D-28E5D85C6327}" type="presParOf" srcId="{CAC5BC9B-CCD3-48DD-BDD1-8FA3FD892A03}" destId="{F8E08BB8-1B02-4177-AC4D-1B31E44F2E8E}" srcOrd="1" destOrd="0" presId="urn:microsoft.com/office/officeart/2008/layout/LinedList"/>
    <dgm:cxn modelId="{42084FD1-86FC-4E93-A706-3029CE2DEC61}" type="presParOf" srcId="{CAC5BC9B-CCD3-48DD-BDD1-8FA3FD892A03}" destId="{C5C0863F-3C05-4E9F-AE51-741944C6DDD8}" srcOrd="2" destOrd="0" presId="urn:microsoft.com/office/officeart/2008/layout/LinedList"/>
    <dgm:cxn modelId="{FAEF3758-5E18-4E80-B56E-38B492948786}" type="presParOf" srcId="{720ED282-58CF-4649-8953-6AA59CEC2105}" destId="{E7B41594-A659-4D96-B1F2-B1C8930BBAE3}" srcOrd="5" destOrd="0" presId="urn:microsoft.com/office/officeart/2008/layout/LinedList"/>
    <dgm:cxn modelId="{BA7D0262-A8AB-4706-B3C0-3D719825E6B4}" type="presParOf" srcId="{720ED282-58CF-4649-8953-6AA59CEC2105}" destId="{25842D99-DE38-4359-877E-AA86BF16219B}" srcOrd="6" destOrd="0" presId="urn:microsoft.com/office/officeart/2008/layout/LinedList"/>
    <dgm:cxn modelId="{610716F2-D3CE-4050-9A30-1D46B6555EAA}" type="presParOf" srcId="{720ED282-58CF-4649-8953-6AA59CEC2105}" destId="{89325B97-1C82-4E1F-8DDF-50F425495D42}" srcOrd="7" destOrd="0" presId="urn:microsoft.com/office/officeart/2008/layout/LinedList"/>
    <dgm:cxn modelId="{0B572AC6-8048-47DA-BDF7-A5115134B9CF}" type="presParOf" srcId="{89325B97-1C82-4E1F-8DDF-50F425495D42}" destId="{73E7691B-D9D3-4C3D-98B1-DF8FDA471BD3}" srcOrd="0" destOrd="0" presId="urn:microsoft.com/office/officeart/2008/layout/LinedList"/>
    <dgm:cxn modelId="{C532784B-4B1A-453F-B5EC-A7D17F9BA9C5}" type="presParOf" srcId="{89325B97-1C82-4E1F-8DDF-50F425495D42}" destId="{116FB7BB-F280-4F56-B5C0-0970C7C56368}" srcOrd="1" destOrd="0" presId="urn:microsoft.com/office/officeart/2008/layout/LinedList"/>
    <dgm:cxn modelId="{26613F9D-69F4-4F5D-A0E6-F55F56378007}" type="presParOf" srcId="{89325B97-1C82-4E1F-8DDF-50F425495D42}" destId="{6997429F-1878-4C4A-AD87-CB9649C1C07C}" srcOrd="2" destOrd="0" presId="urn:microsoft.com/office/officeart/2008/layout/LinedList"/>
    <dgm:cxn modelId="{14EEB7B3-C06B-4C5C-80A3-8DACE3F0BC03}" type="presParOf" srcId="{720ED282-58CF-4649-8953-6AA59CEC2105}" destId="{0EA8DF1D-7ED5-43FB-8BC9-43E859D9B83D}" srcOrd="8" destOrd="0" presId="urn:microsoft.com/office/officeart/2008/layout/LinedList"/>
    <dgm:cxn modelId="{9A9201A7-BB9B-4786-87F0-CB26DD98BB4F}" type="presParOf" srcId="{720ED282-58CF-4649-8953-6AA59CEC2105}" destId="{1D4CBC04-CD06-4E8B-8E17-FDFCF6CBE1E9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EEE1B6B-4F75-4552-B87D-F316D4BB45DD}" type="doc">
      <dgm:prSet loTypeId="urn:microsoft.com/office/officeart/2005/8/layout/hierarchy2" loCatId="hierarchy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fr-FR"/>
        </a:p>
      </dgm:t>
    </dgm:pt>
    <dgm:pt modelId="{E58E457D-929B-4169-B3DC-B4A6BF6AF4E8}">
      <dgm:prSet phldrT="[Texte]"/>
      <dgm:spPr/>
      <dgm:t>
        <a:bodyPr/>
        <a:lstStyle/>
        <a:p>
          <a:pPr>
            <a:buFontTx/>
            <a:buChar char="-"/>
          </a:pPr>
          <a:r>
            <a:rPr lang="fr-FR" b="1" u="sng"/>
            <a:t>Sélection du client :</a:t>
          </a:r>
        </a:p>
        <a:p>
          <a:pPr>
            <a:buFontTx/>
            <a:buChar char="-"/>
          </a:pPr>
          <a:r>
            <a:rPr lang="fr-FR"/>
            <a:t>Score + décision</a:t>
          </a:r>
        </a:p>
        <a:p>
          <a:pPr>
            <a:buFontTx/>
            <a:buChar char="-"/>
          </a:pPr>
          <a:r>
            <a:rPr lang="fr-FR"/>
            <a:t>Où se situe le client par rapport au seuil</a:t>
          </a:r>
          <a:endParaRPr lang="fr-FR" dirty="0"/>
        </a:p>
      </dgm:t>
    </dgm:pt>
    <dgm:pt modelId="{D51BA664-95DE-454A-9F26-21144A48EC78}" type="parTrans" cxnId="{7477438E-9601-44F0-A31A-1DD2D86FEAC4}">
      <dgm:prSet/>
      <dgm:spPr/>
      <dgm:t>
        <a:bodyPr/>
        <a:lstStyle/>
        <a:p>
          <a:endParaRPr lang="fr-FR"/>
        </a:p>
      </dgm:t>
    </dgm:pt>
    <dgm:pt modelId="{35AEAA95-0795-4785-B534-88CBC096FD4A}" type="sibTrans" cxnId="{7477438E-9601-44F0-A31A-1DD2D86FEAC4}">
      <dgm:prSet/>
      <dgm:spPr/>
      <dgm:t>
        <a:bodyPr/>
        <a:lstStyle/>
        <a:p>
          <a:endParaRPr lang="fr-FR"/>
        </a:p>
      </dgm:t>
    </dgm:pt>
    <dgm:pt modelId="{79C0B3A4-5831-4F73-A4D1-9F5849850339}">
      <dgm:prSet phldrT="[Texte]"/>
      <dgm:spPr/>
      <dgm:t>
        <a:bodyPr/>
        <a:lstStyle/>
        <a:p>
          <a:pPr>
            <a:buNone/>
          </a:pPr>
          <a:r>
            <a:rPr lang="fr-FR" b="1" u="sng"/>
            <a:t>Influence des variables</a:t>
          </a:r>
          <a:endParaRPr lang="fr-FR" dirty="0"/>
        </a:p>
      </dgm:t>
    </dgm:pt>
    <dgm:pt modelId="{3E9F0CD2-DA9F-4D35-9FD9-4CC355A901F4}" type="parTrans" cxnId="{0B0CE35A-8252-423D-8E6F-77B5B15B4347}">
      <dgm:prSet/>
      <dgm:spPr/>
      <dgm:t>
        <a:bodyPr/>
        <a:lstStyle/>
        <a:p>
          <a:endParaRPr lang="fr-FR"/>
        </a:p>
      </dgm:t>
    </dgm:pt>
    <dgm:pt modelId="{AD947CDC-45E2-41DE-9D48-0E2FC4F99849}" type="sibTrans" cxnId="{0B0CE35A-8252-423D-8E6F-77B5B15B4347}">
      <dgm:prSet/>
      <dgm:spPr/>
      <dgm:t>
        <a:bodyPr/>
        <a:lstStyle/>
        <a:p>
          <a:endParaRPr lang="fr-FR"/>
        </a:p>
      </dgm:t>
    </dgm:pt>
    <dgm:pt modelId="{B8911AA6-9A43-429E-BA54-FBA43BA5B978}">
      <dgm:prSet phldrT="[Texte]"/>
      <dgm:spPr/>
      <dgm:t>
        <a:bodyPr/>
        <a:lstStyle/>
        <a:p>
          <a:pPr>
            <a:buNone/>
          </a:pPr>
          <a:r>
            <a:rPr lang="fr-FR" b="1" u="sng"/>
            <a:t>Analyse des variables</a:t>
          </a:r>
          <a:endParaRPr lang="fr-FR" dirty="0"/>
        </a:p>
      </dgm:t>
    </dgm:pt>
    <dgm:pt modelId="{C6FE6702-914A-43C4-8FD2-46BE7BAC34D7}" type="parTrans" cxnId="{9273F3D3-F014-4CD8-9C55-4053A872B1EF}">
      <dgm:prSet/>
      <dgm:spPr/>
      <dgm:t>
        <a:bodyPr/>
        <a:lstStyle/>
        <a:p>
          <a:endParaRPr lang="fr-FR"/>
        </a:p>
      </dgm:t>
    </dgm:pt>
    <dgm:pt modelId="{5C2D23CA-0B1D-484B-B367-B6230B8BA20F}" type="sibTrans" cxnId="{9273F3D3-F014-4CD8-9C55-4053A872B1EF}">
      <dgm:prSet/>
      <dgm:spPr/>
      <dgm:t>
        <a:bodyPr/>
        <a:lstStyle/>
        <a:p>
          <a:endParaRPr lang="fr-FR"/>
        </a:p>
      </dgm:t>
    </dgm:pt>
    <dgm:pt modelId="{4905891B-CA78-4052-9365-8A74214377DF}">
      <dgm:prSet phldrT="[Texte]"/>
      <dgm:spPr/>
      <dgm:t>
        <a:bodyPr/>
        <a:lstStyle/>
        <a:p>
          <a:pPr>
            <a:buNone/>
          </a:pPr>
          <a:r>
            <a:rPr lang="fr-FR" b="1" u="sng"/>
            <a:t>Client vs population</a:t>
          </a:r>
          <a:endParaRPr lang="fr-FR" dirty="0"/>
        </a:p>
      </dgm:t>
    </dgm:pt>
    <dgm:pt modelId="{6FC5344D-5046-440B-A0C8-71D8F8DF8986}" type="parTrans" cxnId="{FB2A5FB8-D667-4D61-9012-8D2C4C85E2EB}">
      <dgm:prSet/>
      <dgm:spPr/>
      <dgm:t>
        <a:bodyPr/>
        <a:lstStyle/>
        <a:p>
          <a:endParaRPr lang="fr-FR"/>
        </a:p>
      </dgm:t>
    </dgm:pt>
    <dgm:pt modelId="{C16EFEDD-8C98-4A74-B89B-4742BF89B1AD}" type="sibTrans" cxnId="{FB2A5FB8-D667-4D61-9012-8D2C4C85E2EB}">
      <dgm:prSet/>
      <dgm:spPr/>
      <dgm:t>
        <a:bodyPr/>
        <a:lstStyle/>
        <a:p>
          <a:endParaRPr lang="fr-FR"/>
        </a:p>
      </dgm:t>
    </dgm:pt>
    <dgm:pt modelId="{23E89CB3-33AD-4585-87FC-658D8E1442D4}">
      <dgm:prSet phldrT="[Texte]"/>
      <dgm:spPr/>
      <dgm:t>
        <a:bodyPr/>
        <a:lstStyle/>
        <a:p>
          <a:pPr>
            <a:buNone/>
          </a:pPr>
          <a:r>
            <a:rPr lang="fr-FR" b="1" u="sng"/>
            <a:t>Analyse par variables</a:t>
          </a:r>
        </a:p>
        <a:p>
          <a:pPr>
            <a:buNone/>
          </a:pPr>
          <a:r>
            <a:rPr lang="fr-FR"/>
            <a:t>- Choix d’une variable parmi le top 10 client et top 20 population</a:t>
          </a:r>
          <a:endParaRPr lang="fr-FR" dirty="0"/>
        </a:p>
      </dgm:t>
    </dgm:pt>
    <dgm:pt modelId="{A328CC50-799B-421A-A253-10959697289C}" type="parTrans" cxnId="{F2EA3D02-8159-4FD0-8FB0-059B88654D98}">
      <dgm:prSet/>
      <dgm:spPr/>
      <dgm:t>
        <a:bodyPr/>
        <a:lstStyle/>
        <a:p>
          <a:endParaRPr lang="fr-FR"/>
        </a:p>
      </dgm:t>
    </dgm:pt>
    <dgm:pt modelId="{42D9BBEB-ACB0-4BDA-AF6C-602A35A142F5}" type="sibTrans" cxnId="{F2EA3D02-8159-4FD0-8FB0-059B88654D98}">
      <dgm:prSet/>
      <dgm:spPr/>
      <dgm:t>
        <a:bodyPr/>
        <a:lstStyle/>
        <a:p>
          <a:endParaRPr lang="fr-FR"/>
        </a:p>
      </dgm:t>
    </dgm:pt>
    <dgm:pt modelId="{47BD0537-138A-4773-A2DF-7CB2B4D745D7}">
      <dgm:prSet phldrT="[Texte]"/>
      <dgm:spPr/>
      <dgm:t>
        <a:bodyPr/>
        <a:lstStyle/>
        <a:p>
          <a:pPr>
            <a:buNone/>
          </a:pPr>
          <a:r>
            <a:rPr lang="fr-FR" dirty="0"/>
            <a:t>Visualisation du </a:t>
          </a:r>
          <a:r>
            <a:rPr lang="fr-FR" dirty="0" err="1"/>
            <a:t>watterfall</a:t>
          </a:r>
          <a:r>
            <a:rPr lang="fr-FR" dirty="0"/>
            <a:t> SHAP</a:t>
          </a:r>
        </a:p>
      </dgm:t>
    </dgm:pt>
    <dgm:pt modelId="{494A7BCD-B8F9-4271-807E-C8BA4AACC9CD}" type="parTrans" cxnId="{8FD20B36-70BE-4936-850E-F2AF5E521615}">
      <dgm:prSet/>
      <dgm:spPr/>
      <dgm:t>
        <a:bodyPr/>
        <a:lstStyle/>
        <a:p>
          <a:endParaRPr lang="fr-FR"/>
        </a:p>
      </dgm:t>
    </dgm:pt>
    <dgm:pt modelId="{9BFCDBAE-E15A-4000-9DF8-A95C52FE348C}" type="sibTrans" cxnId="{8FD20B36-70BE-4936-850E-F2AF5E521615}">
      <dgm:prSet/>
      <dgm:spPr/>
      <dgm:t>
        <a:bodyPr/>
        <a:lstStyle/>
        <a:p>
          <a:endParaRPr lang="fr-FR"/>
        </a:p>
      </dgm:t>
    </dgm:pt>
    <dgm:pt modelId="{A994CEDA-FAF8-4FE6-884B-1F95D6A0EC6E}">
      <dgm:prSet phldrT="[Texte]"/>
      <dgm:spPr/>
      <dgm:t>
        <a:bodyPr/>
        <a:lstStyle/>
        <a:p>
          <a:pPr>
            <a:buNone/>
          </a:pPr>
          <a:r>
            <a:rPr lang="fr-FR" b="1"/>
            <a:t>Analyse du top 10 </a:t>
          </a:r>
          <a:r>
            <a:rPr lang="fr-FR"/>
            <a:t>des variables les plus influentes</a:t>
          </a:r>
        </a:p>
        <a:p>
          <a:pPr>
            <a:buNone/>
          </a:pPr>
          <a:r>
            <a:rPr lang="fr-FR"/>
            <a:t>Niveau d’influence client/population </a:t>
          </a:r>
          <a:endParaRPr lang="fr-FR" dirty="0"/>
        </a:p>
      </dgm:t>
    </dgm:pt>
    <dgm:pt modelId="{55CAA138-3731-4B26-BF64-5746B2BED694}" type="parTrans" cxnId="{5DB354DB-9D71-4496-B6BD-2A0F07BAF3BE}">
      <dgm:prSet/>
      <dgm:spPr/>
      <dgm:t>
        <a:bodyPr/>
        <a:lstStyle/>
        <a:p>
          <a:endParaRPr lang="fr-FR"/>
        </a:p>
      </dgm:t>
    </dgm:pt>
    <dgm:pt modelId="{992E2D54-16BD-4E17-84BC-FC0E07F94C8B}" type="sibTrans" cxnId="{5DB354DB-9D71-4496-B6BD-2A0F07BAF3BE}">
      <dgm:prSet/>
      <dgm:spPr/>
      <dgm:t>
        <a:bodyPr/>
        <a:lstStyle/>
        <a:p>
          <a:endParaRPr lang="fr-FR"/>
        </a:p>
      </dgm:t>
    </dgm:pt>
    <dgm:pt modelId="{FD489AD2-C827-48C9-9213-56550E183742}">
      <dgm:prSet phldrT="[Texte]"/>
      <dgm:spPr/>
      <dgm:t>
        <a:bodyPr/>
        <a:lstStyle/>
        <a:p>
          <a:pPr>
            <a:buNone/>
          </a:pPr>
          <a:r>
            <a:rPr lang="fr-FR"/>
            <a:t>Affichage </a:t>
          </a:r>
        </a:p>
        <a:p>
          <a:pPr>
            <a:buNone/>
          </a:pPr>
          <a:r>
            <a:rPr lang="fr-FR"/>
            <a:t>Valeur client vs distribution de la population</a:t>
          </a:r>
          <a:endParaRPr lang="fr-FR" dirty="0"/>
        </a:p>
      </dgm:t>
    </dgm:pt>
    <dgm:pt modelId="{1927ACD6-1A30-4302-BC8A-E34EFE681248}" type="sibTrans" cxnId="{CD729358-3285-4887-B8DF-6C02119AB215}">
      <dgm:prSet/>
      <dgm:spPr/>
      <dgm:t>
        <a:bodyPr/>
        <a:lstStyle/>
        <a:p>
          <a:endParaRPr lang="fr-FR"/>
        </a:p>
      </dgm:t>
    </dgm:pt>
    <dgm:pt modelId="{1AA5C6BE-46F5-4F58-8325-6A78F9E8779A}" type="parTrans" cxnId="{CD729358-3285-4887-B8DF-6C02119AB215}">
      <dgm:prSet/>
      <dgm:spPr/>
      <dgm:t>
        <a:bodyPr/>
        <a:lstStyle/>
        <a:p>
          <a:endParaRPr lang="fr-FR"/>
        </a:p>
      </dgm:t>
    </dgm:pt>
    <dgm:pt modelId="{81E3C17E-3C2F-4599-B291-C58C221788DC}">
      <dgm:prSet phldrT="[Texte]"/>
      <dgm:spPr/>
      <dgm:t>
        <a:bodyPr/>
        <a:lstStyle/>
        <a:p>
          <a:pPr>
            <a:buNone/>
          </a:pPr>
          <a:r>
            <a:rPr lang="fr-FR" b="1" u="sng"/>
            <a:t>Modification de la variable </a:t>
          </a:r>
          <a:endParaRPr lang="fr-FR" dirty="0"/>
        </a:p>
      </dgm:t>
    </dgm:pt>
    <dgm:pt modelId="{EB35AA4B-B9AE-4115-A178-03A62BEE68B5}" type="parTrans" cxnId="{A455657A-CE9F-4F56-99BB-56E3D379CFC8}">
      <dgm:prSet/>
      <dgm:spPr/>
      <dgm:t>
        <a:bodyPr/>
        <a:lstStyle/>
        <a:p>
          <a:endParaRPr lang="fr-FR"/>
        </a:p>
      </dgm:t>
    </dgm:pt>
    <dgm:pt modelId="{287FAA6D-5D4E-4E76-8E23-65033E563C2F}" type="sibTrans" cxnId="{A455657A-CE9F-4F56-99BB-56E3D379CFC8}">
      <dgm:prSet/>
      <dgm:spPr/>
      <dgm:t>
        <a:bodyPr/>
        <a:lstStyle/>
        <a:p>
          <a:endParaRPr lang="fr-FR"/>
        </a:p>
      </dgm:t>
    </dgm:pt>
    <dgm:pt modelId="{781BE3DB-416D-4D41-9C56-B3CAAE139C06}">
      <dgm:prSet phldrT="[Texte]"/>
      <dgm:spPr/>
      <dgm:t>
        <a:bodyPr/>
        <a:lstStyle/>
        <a:p>
          <a:pPr>
            <a:buNone/>
          </a:pPr>
          <a:r>
            <a:rPr lang="fr-FR"/>
            <a:t>Affichage du nouveau score + décision</a:t>
          </a:r>
          <a:endParaRPr lang="fr-FR" dirty="0"/>
        </a:p>
      </dgm:t>
    </dgm:pt>
    <dgm:pt modelId="{68EDA4F4-C876-43DD-B82A-BFC47327C26E}" type="parTrans" cxnId="{DCCC4A71-3AC2-46B4-AD66-C065E0B314DC}">
      <dgm:prSet/>
      <dgm:spPr/>
      <dgm:t>
        <a:bodyPr/>
        <a:lstStyle/>
        <a:p>
          <a:endParaRPr lang="fr-FR"/>
        </a:p>
      </dgm:t>
    </dgm:pt>
    <dgm:pt modelId="{D631A90D-771C-4F25-B5DB-A64DE2211041}" type="sibTrans" cxnId="{DCCC4A71-3AC2-46B4-AD66-C065E0B314DC}">
      <dgm:prSet/>
      <dgm:spPr/>
      <dgm:t>
        <a:bodyPr/>
        <a:lstStyle/>
        <a:p>
          <a:endParaRPr lang="fr-FR"/>
        </a:p>
      </dgm:t>
    </dgm:pt>
    <dgm:pt modelId="{7C09F838-D4B0-4ADF-9144-B537DAF3E53C}" type="pres">
      <dgm:prSet presAssocID="{6EEE1B6B-4F75-4552-B87D-F316D4BB45DD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6D3D3BA2-E797-4744-ADDA-374BC5FC0D28}" type="pres">
      <dgm:prSet presAssocID="{E58E457D-929B-4169-B3DC-B4A6BF6AF4E8}" presName="root1" presStyleCnt="0"/>
      <dgm:spPr/>
    </dgm:pt>
    <dgm:pt modelId="{8402B9E3-7ACB-4C45-98E6-6B65C42EAE51}" type="pres">
      <dgm:prSet presAssocID="{E58E457D-929B-4169-B3DC-B4A6BF6AF4E8}" presName="LevelOneTextNode" presStyleLbl="node0" presStyleIdx="0" presStyleCnt="1" custLinFactNeighborX="-4811" custLinFactNeighborY="6581">
        <dgm:presLayoutVars>
          <dgm:chPref val="3"/>
        </dgm:presLayoutVars>
      </dgm:prSet>
      <dgm:spPr/>
    </dgm:pt>
    <dgm:pt modelId="{B998AB50-3953-4A2B-A0F0-051A73033424}" type="pres">
      <dgm:prSet presAssocID="{E58E457D-929B-4169-B3DC-B4A6BF6AF4E8}" presName="level2hierChild" presStyleCnt="0"/>
      <dgm:spPr/>
    </dgm:pt>
    <dgm:pt modelId="{9EF140C7-3692-46BF-AE30-2CEBA5035F4E}" type="pres">
      <dgm:prSet presAssocID="{3E9F0CD2-DA9F-4D35-9FD9-4CC355A901F4}" presName="conn2-1" presStyleLbl="parChTrans1D2" presStyleIdx="0" presStyleCnt="2"/>
      <dgm:spPr/>
    </dgm:pt>
    <dgm:pt modelId="{C302D8C6-1068-49A4-9684-2FFEC9B9971A}" type="pres">
      <dgm:prSet presAssocID="{3E9F0CD2-DA9F-4D35-9FD9-4CC355A901F4}" presName="connTx" presStyleLbl="parChTrans1D2" presStyleIdx="0" presStyleCnt="2"/>
      <dgm:spPr/>
    </dgm:pt>
    <dgm:pt modelId="{83004C77-74B0-4716-8DE4-CE956DADF663}" type="pres">
      <dgm:prSet presAssocID="{79C0B3A4-5831-4F73-A4D1-9F5849850339}" presName="root2" presStyleCnt="0"/>
      <dgm:spPr/>
    </dgm:pt>
    <dgm:pt modelId="{35A5A791-1F2E-4E41-A042-5E98BE632A30}" type="pres">
      <dgm:prSet presAssocID="{79C0B3A4-5831-4F73-A4D1-9F5849850339}" presName="LevelTwoTextNode" presStyleLbl="node2" presStyleIdx="0" presStyleCnt="2">
        <dgm:presLayoutVars>
          <dgm:chPref val="3"/>
        </dgm:presLayoutVars>
      </dgm:prSet>
      <dgm:spPr/>
    </dgm:pt>
    <dgm:pt modelId="{D8F52BC4-7A77-4025-B01F-F5181F5F87B4}" type="pres">
      <dgm:prSet presAssocID="{79C0B3A4-5831-4F73-A4D1-9F5849850339}" presName="level3hierChild" presStyleCnt="0"/>
      <dgm:spPr/>
    </dgm:pt>
    <dgm:pt modelId="{E2B59193-C0C5-476F-8C40-64D1DC25B642}" type="pres">
      <dgm:prSet presAssocID="{494A7BCD-B8F9-4271-807E-C8BA4AACC9CD}" presName="conn2-1" presStyleLbl="parChTrans1D3" presStyleIdx="0" presStyleCnt="3"/>
      <dgm:spPr/>
    </dgm:pt>
    <dgm:pt modelId="{D2AED509-7BE3-412F-A52F-13F989A7073E}" type="pres">
      <dgm:prSet presAssocID="{494A7BCD-B8F9-4271-807E-C8BA4AACC9CD}" presName="connTx" presStyleLbl="parChTrans1D3" presStyleIdx="0" presStyleCnt="3"/>
      <dgm:spPr/>
    </dgm:pt>
    <dgm:pt modelId="{8BFA35E6-61C5-491C-89D1-831F1E103DA2}" type="pres">
      <dgm:prSet presAssocID="{47BD0537-138A-4773-A2DF-7CB2B4D745D7}" presName="root2" presStyleCnt="0"/>
      <dgm:spPr/>
    </dgm:pt>
    <dgm:pt modelId="{451080FC-B78C-47C4-8FAF-A98670E80F1C}" type="pres">
      <dgm:prSet presAssocID="{47BD0537-138A-4773-A2DF-7CB2B4D745D7}" presName="LevelTwoTextNode" presStyleLbl="node3" presStyleIdx="0" presStyleCnt="3">
        <dgm:presLayoutVars>
          <dgm:chPref val="3"/>
        </dgm:presLayoutVars>
      </dgm:prSet>
      <dgm:spPr/>
    </dgm:pt>
    <dgm:pt modelId="{CE34C960-0F0A-4657-9ED0-A3B2D8F4D1F9}" type="pres">
      <dgm:prSet presAssocID="{47BD0537-138A-4773-A2DF-7CB2B4D745D7}" presName="level3hierChild" presStyleCnt="0"/>
      <dgm:spPr/>
    </dgm:pt>
    <dgm:pt modelId="{40F1B365-7771-4D1C-A246-E118C6F4EA6E}" type="pres">
      <dgm:prSet presAssocID="{C6FE6702-914A-43C4-8FD2-46BE7BAC34D7}" presName="conn2-1" presStyleLbl="parChTrans1D2" presStyleIdx="1" presStyleCnt="2"/>
      <dgm:spPr/>
    </dgm:pt>
    <dgm:pt modelId="{50DDF234-0AD2-4819-909C-B9094B153B8C}" type="pres">
      <dgm:prSet presAssocID="{C6FE6702-914A-43C4-8FD2-46BE7BAC34D7}" presName="connTx" presStyleLbl="parChTrans1D2" presStyleIdx="1" presStyleCnt="2"/>
      <dgm:spPr/>
    </dgm:pt>
    <dgm:pt modelId="{EB59963A-3BA6-4E4E-88A2-BF3ACBEDD7AD}" type="pres">
      <dgm:prSet presAssocID="{B8911AA6-9A43-429E-BA54-FBA43BA5B978}" presName="root2" presStyleCnt="0"/>
      <dgm:spPr/>
    </dgm:pt>
    <dgm:pt modelId="{37470381-0623-46C1-A3F9-177ED95A00B1}" type="pres">
      <dgm:prSet presAssocID="{B8911AA6-9A43-429E-BA54-FBA43BA5B978}" presName="LevelTwoTextNode" presStyleLbl="node2" presStyleIdx="1" presStyleCnt="2">
        <dgm:presLayoutVars>
          <dgm:chPref val="3"/>
        </dgm:presLayoutVars>
      </dgm:prSet>
      <dgm:spPr/>
    </dgm:pt>
    <dgm:pt modelId="{6850EF08-17B6-423F-BC6C-5ED810CE06F9}" type="pres">
      <dgm:prSet presAssocID="{B8911AA6-9A43-429E-BA54-FBA43BA5B978}" presName="level3hierChild" presStyleCnt="0"/>
      <dgm:spPr/>
    </dgm:pt>
    <dgm:pt modelId="{C9005610-54F9-42C1-B286-590B679440EE}" type="pres">
      <dgm:prSet presAssocID="{6FC5344D-5046-440B-A0C8-71D8F8DF8986}" presName="conn2-1" presStyleLbl="parChTrans1D3" presStyleIdx="1" presStyleCnt="3"/>
      <dgm:spPr/>
    </dgm:pt>
    <dgm:pt modelId="{343FEF31-A88D-4DF6-88AE-61FF13E88843}" type="pres">
      <dgm:prSet presAssocID="{6FC5344D-5046-440B-A0C8-71D8F8DF8986}" presName="connTx" presStyleLbl="parChTrans1D3" presStyleIdx="1" presStyleCnt="3"/>
      <dgm:spPr/>
    </dgm:pt>
    <dgm:pt modelId="{DDFAE891-DB4B-4DBA-9202-32A2899CEF15}" type="pres">
      <dgm:prSet presAssocID="{4905891B-CA78-4052-9365-8A74214377DF}" presName="root2" presStyleCnt="0"/>
      <dgm:spPr/>
    </dgm:pt>
    <dgm:pt modelId="{17633434-07A1-4533-B2C5-67900798B509}" type="pres">
      <dgm:prSet presAssocID="{4905891B-CA78-4052-9365-8A74214377DF}" presName="LevelTwoTextNode" presStyleLbl="node3" presStyleIdx="1" presStyleCnt="3">
        <dgm:presLayoutVars>
          <dgm:chPref val="3"/>
        </dgm:presLayoutVars>
      </dgm:prSet>
      <dgm:spPr/>
    </dgm:pt>
    <dgm:pt modelId="{FE4C7BCC-DBF4-4277-B7A1-6D56C75DAA0B}" type="pres">
      <dgm:prSet presAssocID="{4905891B-CA78-4052-9365-8A74214377DF}" presName="level3hierChild" presStyleCnt="0"/>
      <dgm:spPr/>
    </dgm:pt>
    <dgm:pt modelId="{AFA3C283-4B40-4AC4-8085-82116899C89F}" type="pres">
      <dgm:prSet presAssocID="{55CAA138-3731-4B26-BF64-5746B2BED694}" presName="conn2-1" presStyleLbl="parChTrans1D4" presStyleIdx="0" presStyleCnt="4"/>
      <dgm:spPr/>
    </dgm:pt>
    <dgm:pt modelId="{6918A6FB-24F2-46B5-B4E3-FD250C20823E}" type="pres">
      <dgm:prSet presAssocID="{55CAA138-3731-4B26-BF64-5746B2BED694}" presName="connTx" presStyleLbl="parChTrans1D4" presStyleIdx="0" presStyleCnt="4"/>
      <dgm:spPr/>
    </dgm:pt>
    <dgm:pt modelId="{A26C3E77-FB53-48C3-A361-1C8F4D5F73B6}" type="pres">
      <dgm:prSet presAssocID="{A994CEDA-FAF8-4FE6-884B-1F95D6A0EC6E}" presName="root2" presStyleCnt="0"/>
      <dgm:spPr/>
    </dgm:pt>
    <dgm:pt modelId="{4E8A35E0-A2FD-4B11-841F-9D1B05DD7E7F}" type="pres">
      <dgm:prSet presAssocID="{A994CEDA-FAF8-4FE6-884B-1F95D6A0EC6E}" presName="LevelTwoTextNode" presStyleLbl="node4" presStyleIdx="0" presStyleCnt="4">
        <dgm:presLayoutVars>
          <dgm:chPref val="3"/>
        </dgm:presLayoutVars>
      </dgm:prSet>
      <dgm:spPr/>
    </dgm:pt>
    <dgm:pt modelId="{A1C9AC4E-F643-4206-80B4-8D2C766A4098}" type="pres">
      <dgm:prSet presAssocID="{A994CEDA-FAF8-4FE6-884B-1F95D6A0EC6E}" presName="level3hierChild" presStyleCnt="0"/>
      <dgm:spPr/>
    </dgm:pt>
    <dgm:pt modelId="{6A47962E-D881-4E05-843D-22B79CD8B72D}" type="pres">
      <dgm:prSet presAssocID="{A328CC50-799B-421A-A253-10959697289C}" presName="conn2-1" presStyleLbl="parChTrans1D3" presStyleIdx="2" presStyleCnt="3"/>
      <dgm:spPr/>
    </dgm:pt>
    <dgm:pt modelId="{5F904BD5-CA7E-4F04-BF63-157E7C67C70D}" type="pres">
      <dgm:prSet presAssocID="{A328CC50-799B-421A-A253-10959697289C}" presName="connTx" presStyleLbl="parChTrans1D3" presStyleIdx="2" presStyleCnt="3"/>
      <dgm:spPr/>
    </dgm:pt>
    <dgm:pt modelId="{B23DAE3D-A9BC-480C-A884-8D9113EE37A4}" type="pres">
      <dgm:prSet presAssocID="{23E89CB3-33AD-4585-87FC-658D8E1442D4}" presName="root2" presStyleCnt="0"/>
      <dgm:spPr/>
    </dgm:pt>
    <dgm:pt modelId="{691B895C-5DFF-4A13-8E7F-19229B731E1D}" type="pres">
      <dgm:prSet presAssocID="{23E89CB3-33AD-4585-87FC-658D8E1442D4}" presName="LevelTwoTextNode" presStyleLbl="node3" presStyleIdx="2" presStyleCnt="3">
        <dgm:presLayoutVars>
          <dgm:chPref val="3"/>
        </dgm:presLayoutVars>
      </dgm:prSet>
      <dgm:spPr/>
    </dgm:pt>
    <dgm:pt modelId="{D8FB4C53-8DF5-45C6-B388-6F028B4817B3}" type="pres">
      <dgm:prSet presAssocID="{23E89CB3-33AD-4585-87FC-658D8E1442D4}" presName="level3hierChild" presStyleCnt="0"/>
      <dgm:spPr/>
    </dgm:pt>
    <dgm:pt modelId="{B0C6C47C-13BE-4BBB-9D4E-D80729CEC4E8}" type="pres">
      <dgm:prSet presAssocID="{1AA5C6BE-46F5-4F58-8325-6A78F9E8779A}" presName="conn2-1" presStyleLbl="parChTrans1D4" presStyleIdx="1" presStyleCnt="4"/>
      <dgm:spPr/>
    </dgm:pt>
    <dgm:pt modelId="{95908B14-90B3-4F68-B9E2-6CB462E92A9C}" type="pres">
      <dgm:prSet presAssocID="{1AA5C6BE-46F5-4F58-8325-6A78F9E8779A}" presName="connTx" presStyleLbl="parChTrans1D4" presStyleIdx="1" presStyleCnt="4"/>
      <dgm:spPr/>
    </dgm:pt>
    <dgm:pt modelId="{D0E32622-A4BC-425D-9165-98DF3395FBB3}" type="pres">
      <dgm:prSet presAssocID="{FD489AD2-C827-48C9-9213-56550E183742}" presName="root2" presStyleCnt="0"/>
      <dgm:spPr/>
    </dgm:pt>
    <dgm:pt modelId="{23D60EC3-2D7D-492C-AD1B-6CE96E3B05B4}" type="pres">
      <dgm:prSet presAssocID="{FD489AD2-C827-48C9-9213-56550E183742}" presName="LevelTwoTextNode" presStyleLbl="node4" presStyleIdx="1" presStyleCnt="4">
        <dgm:presLayoutVars>
          <dgm:chPref val="3"/>
        </dgm:presLayoutVars>
      </dgm:prSet>
      <dgm:spPr/>
    </dgm:pt>
    <dgm:pt modelId="{F6332532-E126-48BE-BE21-9C51974C81E9}" type="pres">
      <dgm:prSet presAssocID="{FD489AD2-C827-48C9-9213-56550E183742}" presName="level3hierChild" presStyleCnt="0"/>
      <dgm:spPr/>
    </dgm:pt>
    <dgm:pt modelId="{9C811AB4-7297-4DC7-944E-3B4CB057DF43}" type="pres">
      <dgm:prSet presAssocID="{EB35AA4B-B9AE-4115-A178-03A62BEE68B5}" presName="conn2-1" presStyleLbl="parChTrans1D4" presStyleIdx="2" presStyleCnt="4"/>
      <dgm:spPr/>
    </dgm:pt>
    <dgm:pt modelId="{82E27F29-6ACC-4B50-A2DB-550CB0179D5F}" type="pres">
      <dgm:prSet presAssocID="{EB35AA4B-B9AE-4115-A178-03A62BEE68B5}" presName="connTx" presStyleLbl="parChTrans1D4" presStyleIdx="2" presStyleCnt="4"/>
      <dgm:spPr/>
    </dgm:pt>
    <dgm:pt modelId="{D8D6655D-8470-461F-A409-F8E8A884FE5B}" type="pres">
      <dgm:prSet presAssocID="{81E3C17E-3C2F-4599-B291-C58C221788DC}" presName="root2" presStyleCnt="0"/>
      <dgm:spPr/>
    </dgm:pt>
    <dgm:pt modelId="{073FA997-7CFB-4C7F-AFEA-A9EF1C7922F4}" type="pres">
      <dgm:prSet presAssocID="{81E3C17E-3C2F-4599-B291-C58C221788DC}" presName="LevelTwoTextNode" presStyleLbl="node4" presStyleIdx="2" presStyleCnt="4">
        <dgm:presLayoutVars>
          <dgm:chPref val="3"/>
        </dgm:presLayoutVars>
      </dgm:prSet>
      <dgm:spPr/>
    </dgm:pt>
    <dgm:pt modelId="{95F9FE42-8334-4E92-9348-0B98486D13D4}" type="pres">
      <dgm:prSet presAssocID="{81E3C17E-3C2F-4599-B291-C58C221788DC}" presName="level3hierChild" presStyleCnt="0"/>
      <dgm:spPr/>
    </dgm:pt>
    <dgm:pt modelId="{AD130AF5-AE7B-49B4-A363-E073BFA314CC}" type="pres">
      <dgm:prSet presAssocID="{68EDA4F4-C876-43DD-B82A-BFC47327C26E}" presName="conn2-1" presStyleLbl="parChTrans1D4" presStyleIdx="3" presStyleCnt="4"/>
      <dgm:spPr/>
    </dgm:pt>
    <dgm:pt modelId="{B30E5922-CE97-4984-9025-874213CCD889}" type="pres">
      <dgm:prSet presAssocID="{68EDA4F4-C876-43DD-B82A-BFC47327C26E}" presName="connTx" presStyleLbl="parChTrans1D4" presStyleIdx="3" presStyleCnt="4"/>
      <dgm:spPr/>
    </dgm:pt>
    <dgm:pt modelId="{EFEA1313-ED08-42AD-818C-48749CE0FB33}" type="pres">
      <dgm:prSet presAssocID="{781BE3DB-416D-4D41-9C56-B3CAAE139C06}" presName="root2" presStyleCnt="0"/>
      <dgm:spPr/>
    </dgm:pt>
    <dgm:pt modelId="{45C60A2A-2523-469D-A300-ACE1BA4CD702}" type="pres">
      <dgm:prSet presAssocID="{781BE3DB-416D-4D41-9C56-B3CAAE139C06}" presName="LevelTwoTextNode" presStyleLbl="node4" presStyleIdx="3" presStyleCnt="4">
        <dgm:presLayoutVars>
          <dgm:chPref val="3"/>
        </dgm:presLayoutVars>
      </dgm:prSet>
      <dgm:spPr/>
    </dgm:pt>
    <dgm:pt modelId="{D56442E1-2302-4766-8D69-678A2AB38746}" type="pres">
      <dgm:prSet presAssocID="{781BE3DB-416D-4D41-9C56-B3CAAE139C06}" presName="level3hierChild" presStyleCnt="0"/>
      <dgm:spPr/>
    </dgm:pt>
  </dgm:ptLst>
  <dgm:cxnLst>
    <dgm:cxn modelId="{F2EA3D02-8159-4FD0-8FB0-059B88654D98}" srcId="{B8911AA6-9A43-429E-BA54-FBA43BA5B978}" destId="{23E89CB3-33AD-4585-87FC-658D8E1442D4}" srcOrd="1" destOrd="0" parTransId="{A328CC50-799B-421A-A253-10959697289C}" sibTransId="{42D9BBEB-ACB0-4BDA-AF6C-602A35A142F5}"/>
    <dgm:cxn modelId="{777D7203-DE76-400E-8113-DF28C81228CB}" type="presOf" srcId="{79C0B3A4-5831-4F73-A4D1-9F5849850339}" destId="{35A5A791-1F2E-4E41-A042-5E98BE632A30}" srcOrd="0" destOrd="0" presId="urn:microsoft.com/office/officeart/2005/8/layout/hierarchy2"/>
    <dgm:cxn modelId="{2B1BF604-5643-4727-BA66-526D2A64496D}" type="presOf" srcId="{781BE3DB-416D-4D41-9C56-B3CAAE139C06}" destId="{45C60A2A-2523-469D-A300-ACE1BA4CD702}" srcOrd="0" destOrd="0" presId="urn:microsoft.com/office/officeart/2005/8/layout/hierarchy2"/>
    <dgm:cxn modelId="{25CDA823-BECB-48FE-A8C9-4CAF0CB938ED}" type="presOf" srcId="{3E9F0CD2-DA9F-4D35-9FD9-4CC355A901F4}" destId="{9EF140C7-3692-46BF-AE30-2CEBA5035F4E}" srcOrd="0" destOrd="0" presId="urn:microsoft.com/office/officeart/2005/8/layout/hierarchy2"/>
    <dgm:cxn modelId="{5FDBDF25-362A-4BC2-86D4-35B9B73C5F36}" type="presOf" srcId="{494A7BCD-B8F9-4271-807E-C8BA4AACC9CD}" destId="{E2B59193-C0C5-476F-8C40-64D1DC25B642}" srcOrd="0" destOrd="0" presId="urn:microsoft.com/office/officeart/2005/8/layout/hierarchy2"/>
    <dgm:cxn modelId="{B553F226-2DDA-4F21-B05E-C33FC3A9A0FA}" type="presOf" srcId="{4905891B-CA78-4052-9365-8A74214377DF}" destId="{17633434-07A1-4533-B2C5-67900798B509}" srcOrd="0" destOrd="0" presId="urn:microsoft.com/office/officeart/2005/8/layout/hierarchy2"/>
    <dgm:cxn modelId="{8FD20B36-70BE-4936-850E-F2AF5E521615}" srcId="{79C0B3A4-5831-4F73-A4D1-9F5849850339}" destId="{47BD0537-138A-4773-A2DF-7CB2B4D745D7}" srcOrd="0" destOrd="0" parTransId="{494A7BCD-B8F9-4271-807E-C8BA4AACC9CD}" sibTransId="{9BFCDBAE-E15A-4000-9DF8-A95C52FE348C}"/>
    <dgm:cxn modelId="{21FCB25E-1A4F-4FCF-8C08-73E7B898C60D}" type="presOf" srcId="{6FC5344D-5046-440B-A0C8-71D8F8DF8986}" destId="{C9005610-54F9-42C1-B286-590B679440EE}" srcOrd="0" destOrd="0" presId="urn:microsoft.com/office/officeart/2005/8/layout/hierarchy2"/>
    <dgm:cxn modelId="{2F9D2245-CB4F-4FD7-B44A-3E24148A05EF}" type="presOf" srcId="{E58E457D-929B-4169-B3DC-B4A6BF6AF4E8}" destId="{8402B9E3-7ACB-4C45-98E6-6B65C42EAE51}" srcOrd="0" destOrd="0" presId="urn:microsoft.com/office/officeart/2005/8/layout/hierarchy2"/>
    <dgm:cxn modelId="{3D4C9565-0E53-4AFC-A868-4A696283D5CF}" type="presOf" srcId="{C6FE6702-914A-43C4-8FD2-46BE7BAC34D7}" destId="{40F1B365-7771-4D1C-A246-E118C6F4EA6E}" srcOrd="0" destOrd="0" presId="urn:microsoft.com/office/officeart/2005/8/layout/hierarchy2"/>
    <dgm:cxn modelId="{8B0F3166-2904-45EF-AB03-8443469DEF09}" type="presOf" srcId="{47BD0537-138A-4773-A2DF-7CB2B4D745D7}" destId="{451080FC-B78C-47C4-8FAF-A98670E80F1C}" srcOrd="0" destOrd="0" presId="urn:microsoft.com/office/officeart/2005/8/layout/hierarchy2"/>
    <dgm:cxn modelId="{E76DCB47-B1A8-4EF9-AA93-F2CA30383A37}" type="presOf" srcId="{1AA5C6BE-46F5-4F58-8325-6A78F9E8779A}" destId="{B0C6C47C-13BE-4BBB-9D4E-D80729CEC4E8}" srcOrd="0" destOrd="0" presId="urn:microsoft.com/office/officeart/2005/8/layout/hierarchy2"/>
    <dgm:cxn modelId="{DF436E6A-4A12-493E-923B-2804320BF9F0}" type="presOf" srcId="{494A7BCD-B8F9-4271-807E-C8BA4AACC9CD}" destId="{D2AED509-7BE3-412F-A52F-13F989A7073E}" srcOrd="1" destOrd="0" presId="urn:microsoft.com/office/officeart/2005/8/layout/hierarchy2"/>
    <dgm:cxn modelId="{651DE84A-739E-4624-ABD5-1E540D25349D}" type="presOf" srcId="{EB35AA4B-B9AE-4115-A178-03A62BEE68B5}" destId="{9C811AB4-7297-4DC7-944E-3B4CB057DF43}" srcOrd="0" destOrd="0" presId="urn:microsoft.com/office/officeart/2005/8/layout/hierarchy2"/>
    <dgm:cxn modelId="{0E21404B-2092-463B-805C-616AC03D281C}" type="presOf" srcId="{1AA5C6BE-46F5-4F58-8325-6A78F9E8779A}" destId="{95908B14-90B3-4F68-B9E2-6CB462E92A9C}" srcOrd="1" destOrd="0" presId="urn:microsoft.com/office/officeart/2005/8/layout/hierarchy2"/>
    <dgm:cxn modelId="{CFC2F250-6D51-4894-83D3-545CF748D9A0}" type="presOf" srcId="{6EEE1B6B-4F75-4552-B87D-F316D4BB45DD}" destId="{7C09F838-D4B0-4ADF-9144-B537DAF3E53C}" srcOrd="0" destOrd="0" presId="urn:microsoft.com/office/officeart/2005/8/layout/hierarchy2"/>
    <dgm:cxn modelId="{DCCC4A71-3AC2-46B4-AD66-C065E0B314DC}" srcId="{81E3C17E-3C2F-4599-B291-C58C221788DC}" destId="{781BE3DB-416D-4D41-9C56-B3CAAE139C06}" srcOrd="0" destOrd="0" parTransId="{68EDA4F4-C876-43DD-B82A-BFC47327C26E}" sibTransId="{D631A90D-771C-4F25-B5DB-A64DE2211041}"/>
    <dgm:cxn modelId="{44959155-3CC8-48AB-93BE-C60E5E9CBC9C}" type="presOf" srcId="{23E89CB3-33AD-4585-87FC-658D8E1442D4}" destId="{691B895C-5DFF-4A13-8E7F-19229B731E1D}" srcOrd="0" destOrd="0" presId="urn:microsoft.com/office/officeart/2005/8/layout/hierarchy2"/>
    <dgm:cxn modelId="{69E3D475-E706-4311-BB17-7562CA8286A9}" type="presOf" srcId="{EB35AA4B-B9AE-4115-A178-03A62BEE68B5}" destId="{82E27F29-6ACC-4B50-A2DB-550CB0179D5F}" srcOrd="1" destOrd="0" presId="urn:microsoft.com/office/officeart/2005/8/layout/hierarchy2"/>
    <dgm:cxn modelId="{443E4778-BE7F-4AD5-B90D-DB31AAC1339D}" type="presOf" srcId="{3E9F0CD2-DA9F-4D35-9FD9-4CC355A901F4}" destId="{C302D8C6-1068-49A4-9684-2FFEC9B9971A}" srcOrd="1" destOrd="0" presId="urn:microsoft.com/office/officeart/2005/8/layout/hierarchy2"/>
    <dgm:cxn modelId="{CD729358-3285-4887-B8DF-6C02119AB215}" srcId="{23E89CB3-33AD-4585-87FC-658D8E1442D4}" destId="{FD489AD2-C827-48C9-9213-56550E183742}" srcOrd="0" destOrd="0" parTransId="{1AA5C6BE-46F5-4F58-8325-6A78F9E8779A}" sibTransId="{1927ACD6-1A30-4302-BC8A-E34EFE681248}"/>
    <dgm:cxn modelId="{A455657A-CE9F-4F56-99BB-56E3D379CFC8}" srcId="{23E89CB3-33AD-4585-87FC-658D8E1442D4}" destId="{81E3C17E-3C2F-4599-B291-C58C221788DC}" srcOrd="1" destOrd="0" parTransId="{EB35AA4B-B9AE-4115-A178-03A62BEE68B5}" sibTransId="{287FAA6D-5D4E-4E76-8E23-65033E563C2F}"/>
    <dgm:cxn modelId="{0B0CE35A-8252-423D-8E6F-77B5B15B4347}" srcId="{E58E457D-929B-4169-B3DC-B4A6BF6AF4E8}" destId="{79C0B3A4-5831-4F73-A4D1-9F5849850339}" srcOrd="0" destOrd="0" parTransId="{3E9F0CD2-DA9F-4D35-9FD9-4CC355A901F4}" sibTransId="{AD947CDC-45E2-41DE-9D48-0E2FC4F99849}"/>
    <dgm:cxn modelId="{7477438E-9601-44F0-A31A-1DD2D86FEAC4}" srcId="{6EEE1B6B-4F75-4552-B87D-F316D4BB45DD}" destId="{E58E457D-929B-4169-B3DC-B4A6BF6AF4E8}" srcOrd="0" destOrd="0" parTransId="{D51BA664-95DE-454A-9F26-21144A48EC78}" sibTransId="{35AEAA95-0795-4785-B534-88CBC096FD4A}"/>
    <dgm:cxn modelId="{86B06C8F-4295-40FD-9479-CCE723A76E56}" type="presOf" srcId="{A328CC50-799B-421A-A253-10959697289C}" destId="{6A47962E-D881-4E05-843D-22B79CD8B72D}" srcOrd="0" destOrd="0" presId="urn:microsoft.com/office/officeart/2005/8/layout/hierarchy2"/>
    <dgm:cxn modelId="{CF82CF93-CCD5-4F0F-9A08-AD6F93DABD69}" type="presOf" srcId="{55CAA138-3731-4B26-BF64-5746B2BED694}" destId="{AFA3C283-4B40-4AC4-8085-82116899C89F}" srcOrd="0" destOrd="0" presId="urn:microsoft.com/office/officeart/2005/8/layout/hierarchy2"/>
    <dgm:cxn modelId="{7898979B-4268-49E4-8C78-27100083DD80}" type="presOf" srcId="{FD489AD2-C827-48C9-9213-56550E183742}" destId="{23D60EC3-2D7D-492C-AD1B-6CE96E3B05B4}" srcOrd="0" destOrd="0" presId="urn:microsoft.com/office/officeart/2005/8/layout/hierarchy2"/>
    <dgm:cxn modelId="{4026C39E-2C27-4BA5-B2B5-3DB5F939D67E}" type="presOf" srcId="{A328CC50-799B-421A-A253-10959697289C}" destId="{5F904BD5-CA7E-4F04-BF63-157E7C67C70D}" srcOrd="1" destOrd="0" presId="urn:microsoft.com/office/officeart/2005/8/layout/hierarchy2"/>
    <dgm:cxn modelId="{C0FC82B6-7403-4CB3-A2F6-679B10186F26}" type="presOf" srcId="{B8911AA6-9A43-429E-BA54-FBA43BA5B978}" destId="{37470381-0623-46C1-A3F9-177ED95A00B1}" srcOrd="0" destOrd="0" presId="urn:microsoft.com/office/officeart/2005/8/layout/hierarchy2"/>
    <dgm:cxn modelId="{FB2A5FB8-D667-4D61-9012-8D2C4C85E2EB}" srcId="{B8911AA6-9A43-429E-BA54-FBA43BA5B978}" destId="{4905891B-CA78-4052-9365-8A74214377DF}" srcOrd="0" destOrd="0" parTransId="{6FC5344D-5046-440B-A0C8-71D8F8DF8986}" sibTransId="{C16EFEDD-8C98-4A74-B89B-4742BF89B1AD}"/>
    <dgm:cxn modelId="{2BFFC2C6-16D3-4918-AE9C-E2855E930F6D}" type="presOf" srcId="{6FC5344D-5046-440B-A0C8-71D8F8DF8986}" destId="{343FEF31-A88D-4DF6-88AE-61FF13E88843}" srcOrd="1" destOrd="0" presId="urn:microsoft.com/office/officeart/2005/8/layout/hierarchy2"/>
    <dgm:cxn modelId="{E6ADC7C6-5A9E-4421-A855-60AE42FDCF18}" type="presOf" srcId="{C6FE6702-914A-43C4-8FD2-46BE7BAC34D7}" destId="{50DDF234-0AD2-4819-909C-B9094B153B8C}" srcOrd="1" destOrd="0" presId="urn:microsoft.com/office/officeart/2005/8/layout/hierarchy2"/>
    <dgm:cxn modelId="{AA512CCC-84E0-4400-9E7E-0A281AA3582B}" type="presOf" srcId="{55CAA138-3731-4B26-BF64-5746B2BED694}" destId="{6918A6FB-24F2-46B5-B4E3-FD250C20823E}" srcOrd="1" destOrd="0" presId="urn:microsoft.com/office/officeart/2005/8/layout/hierarchy2"/>
    <dgm:cxn modelId="{9273F3D3-F014-4CD8-9C55-4053A872B1EF}" srcId="{E58E457D-929B-4169-B3DC-B4A6BF6AF4E8}" destId="{B8911AA6-9A43-429E-BA54-FBA43BA5B978}" srcOrd="1" destOrd="0" parTransId="{C6FE6702-914A-43C4-8FD2-46BE7BAC34D7}" sibTransId="{5C2D23CA-0B1D-484B-B367-B6230B8BA20F}"/>
    <dgm:cxn modelId="{5DB354DB-9D71-4496-B6BD-2A0F07BAF3BE}" srcId="{4905891B-CA78-4052-9365-8A74214377DF}" destId="{A994CEDA-FAF8-4FE6-884B-1F95D6A0EC6E}" srcOrd="0" destOrd="0" parTransId="{55CAA138-3731-4B26-BF64-5746B2BED694}" sibTransId="{992E2D54-16BD-4E17-84BC-FC0E07F94C8B}"/>
    <dgm:cxn modelId="{2FAD9EDD-7815-4331-8863-4A68CAC34F40}" type="presOf" srcId="{68EDA4F4-C876-43DD-B82A-BFC47327C26E}" destId="{AD130AF5-AE7B-49B4-A363-E073BFA314CC}" srcOrd="0" destOrd="0" presId="urn:microsoft.com/office/officeart/2005/8/layout/hierarchy2"/>
    <dgm:cxn modelId="{5D51ADDD-1036-4183-8C17-2A1AEAB9247C}" type="presOf" srcId="{A994CEDA-FAF8-4FE6-884B-1F95D6A0EC6E}" destId="{4E8A35E0-A2FD-4B11-841F-9D1B05DD7E7F}" srcOrd="0" destOrd="0" presId="urn:microsoft.com/office/officeart/2005/8/layout/hierarchy2"/>
    <dgm:cxn modelId="{3297FFE4-2F19-4BA4-B73D-7654CAC5F6E2}" type="presOf" srcId="{81E3C17E-3C2F-4599-B291-C58C221788DC}" destId="{073FA997-7CFB-4C7F-AFEA-A9EF1C7922F4}" srcOrd="0" destOrd="0" presId="urn:microsoft.com/office/officeart/2005/8/layout/hierarchy2"/>
    <dgm:cxn modelId="{13EB8FEF-684F-404A-A576-E18CCE1A16D8}" type="presOf" srcId="{68EDA4F4-C876-43DD-B82A-BFC47327C26E}" destId="{B30E5922-CE97-4984-9025-874213CCD889}" srcOrd="1" destOrd="0" presId="urn:microsoft.com/office/officeart/2005/8/layout/hierarchy2"/>
    <dgm:cxn modelId="{AB544CFF-25EA-4D7F-9175-4E88D8422EC1}" type="presParOf" srcId="{7C09F838-D4B0-4ADF-9144-B537DAF3E53C}" destId="{6D3D3BA2-E797-4744-ADDA-374BC5FC0D28}" srcOrd="0" destOrd="0" presId="urn:microsoft.com/office/officeart/2005/8/layout/hierarchy2"/>
    <dgm:cxn modelId="{9D762755-B3F7-4352-B45C-DFCE0D728F90}" type="presParOf" srcId="{6D3D3BA2-E797-4744-ADDA-374BC5FC0D28}" destId="{8402B9E3-7ACB-4C45-98E6-6B65C42EAE51}" srcOrd="0" destOrd="0" presId="urn:microsoft.com/office/officeart/2005/8/layout/hierarchy2"/>
    <dgm:cxn modelId="{0313E203-76D8-4004-B9FD-6A6A5883214D}" type="presParOf" srcId="{6D3D3BA2-E797-4744-ADDA-374BC5FC0D28}" destId="{B998AB50-3953-4A2B-A0F0-051A73033424}" srcOrd="1" destOrd="0" presId="urn:microsoft.com/office/officeart/2005/8/layout/hierarchy2"/>
    <dgm:cxn modelId="{8C8A7701-214A-4796-9DD0-57B8DFB91B0D}" type="presParOf" srcId="{B998AB50-3953-4A2B-A0F0-051A73033424}" destId="{9EF140C7-3692-46BF-AE30-2CEBA5035F4E}" srcOrd="0" destOrd="0" presId="urn:microsoft.com/office/officeart/2005/8/layout/hierarchy2"/>
    <dgm:cxn modelId="{DEFE476C-2941-47B9-BB3E-47B1F3CB6991}" type="presParOf" srcId="{9EF140C7-3692-46BF-AE30-2CEBA5035F4E}" destId="{C302D8C6-1068-49A4-9684-2FFEC9B9971A}" srcOrd="0" destOrd="0" presId="urn:microsoft.com/office/officeart/2005/8/layout/hierarchy2"/>
    <dgm:cxn modelId="{4A7A0326-F72B-41B4-A952-1BC8317B000E}" type="presParOf" srcId="{B998AB50-3953-4A2B-A0F0-051A73033424}" destId="{83004C77-74B0-4716-8DE4-CE956DADF663}" srcOrd="1" destOrd="0" presId="urn:microsoft.com/office/officeart/2005/8/layout/hierarchy2"/>
    <dgm:cxn modelId="{B25E6C7A-2ED8-4BA4-8455-870AAD04F589}" type="presParOf" srcId="{83004C77-74B0-4716-8DE4-CE956DADF663}" destId="{35A5A791-1F2E-4E41-A042-5E98BE632A30}" srcOrd="0" destOrd="0" presId="urn:microsoft.com/office/officeart/2005/8/layout/hierarchy2"/>
    <dgm:cxn modelId="{98E4762A-D6D3-4F79-8989-BDB216EFD071}" type="presParOf" srcId="{83004C77-74B0-4716-8DE4-CE956DADF663}" destId="{D8F52BC4-7A77-4025-B01F-F5181F5F87B4}" srcOrd="1" destOrd="0" presId="urn:microsoft.com/office/officeart/2005/8/layout/hierarchy2"/>
    <dgm:cxn modelId="{0FA5BF8D-7333-4B06-B791-2C19C09ADBC1}" type="presParOf" srcId="{D8F52BC4-7A77-4025-B01F-F5181F5F87B4}" destId="{E2B59193-C0C5-476F-8C40-64D1DC25B642}" srcOrd="0" destOrd="0" presId="urn:microsoft.com/office/officeart/2005/8/layout/hierarchy2"/>
    <dgm:cxn modelId="{953DA275-E2CF-49ED-AD08-F51E2BA7ED21}" type="presParOf" srcId="{E2B59193-C0C5-476F-8C40-64D1DC25B642}" destId="{D2AED509-7BE3-412F-A52F-13F989A7073E}" srcOrd="0" destOrd="0" presId="urn:microsoft.com/office/officeart/2005/8/layout/hierarchy2"/>
    <dgm:cxn modelId="{E6711D44-3E1A-4B1E-903C-087CB3D3B2B0}" type="presParOf" srcId="{D8F52BC4-7A77-4025-B01F-F5181F5F87B4}" destId="{8BFA35E6-61C5-491C-89D1-831F1E103DA2}" srcOrd="1" destOrd="0" presId="urn:microsoft.com/office/officeart/2005/8/layout/hierarchy2"/>
    <dgm:cxn modelId="{F87C6D2F-7E55-4C9C-9D55-3C46A91A3F53}" type="presParOf" srcId="{8BFA35E6-61C5-491C-89D1-831F1E103DA2}" destId="{451080FC-B78C-47C4-8FAF-A98670E80F1C}" srcOrd="0" destOrd="0" presId="urn:microsoft.com/office/officeart/2005/8/layout/hierarchy2"/>
    <dgm:cxn modelId="{2F75F5C8-74BD-4E48-B213-9908A8B7DB32}" type="presParOf" srcId="{8BFA35E6-61C5-491C-89D1-831F1E103DA2}" destId="{CE34C960-0F0A-4657-9ED0-A3B2D8F4D1F9}" srcOrd="1" destOrd="0" presId="urn:microsoft.com/office/officeart/2005/8/layout/hierarchy2"/>
    <dgm:cxn modelId="{A2CED0BF-6393-4473-86DD-EF2F46FFA2CD}" type="presParOf" srcId="{B998AB50-3953-4A2B-A0F0-051A73033424}" destId="{40F1B365-7771-4D1C-A246-E118C6F4EA6E}" srcOrd="2" destOrd="0" presId="urn:microsoft.com/office/officeart/2005/8/layout/hierarchy2"/>
    <dgm:cxn modelId="{13E80493-322E-44C0-9B69-68260B92AC51}" type="presParOf" srcId="{40F1B365-7771-4D1C-A246-E118C6F4EA6E}" destId="{50DDF234-0AD2-4819-909C-B9094B153B8C}" srcOrd="0" destOrd="0" presId="urn:microsoft.com/office/officeart/2005/8/layout/hierarchy2"/>
    <dgm:cxn modelId="{AAA6326B-A761-4766-9DD8-8E284FA63ABD}" type="presParOf" srcId="{B998AB50-3953-4A2B-A0F0-051A73033424}" destId="{EB59963A-3BA6-4E4E-88A2-BF3ACBEDD7AD}" srcOrd="3" destOrd="0" presId="urn:microsoft.com/office/officeart/2005/8/layout/hierarchy2"/>
    <dgm:cxn modelId="{44D0A1EF-B549-45F0-9088-12ECD800DB50}" type="presParOf" srcId="{EB59963A-3BA6-4E4E-88A2-BF3ACBEDD7AD}" destId="{37470381-0623-46C1-A3F9-177ED95A00B1}" srcOrd="0" destOrd="0" presId="urn:microsoft.com/office/officeart/2005/8/layout/hierarchy2"/>
    <dgm:cxn modelId="{B3D4196D-72B0-4747-A282-524A63F02807}" type="presParOf" srcId="{EB59963A-3BA6-4E4E-88A2-BF3ACBEDD7AD}" destId="{6850EF08-17B6-423F-BC6C-5ED810CE06F9}" srcOrd="1" destOrd="0" presId="urn:microsoft.com/office/officeart/2005/8/layout/hierarchy2"/>
    <dgm:cxn modelId="{ABBBA6D7-D3CB-48E7-B68D-39897BDDAAF4}" type="presParOf" srcId="{6850EF08-17B6-423F-BC6C-5ED810CE06F9}" destId="{C9005610-54F9-42C1-B286-590B679440EE}" srcOrd="0" destOrd="0" presId="urn:microsoft.com/office/officeart/2005/8/layout/hierarchy2"/>
    <dgm:cxn modelId="{78892430-5214-449B-8303-C66DC856E6AC}" type="presParOf" srcId="{C9005610-54F9-42C1-B286-590B679440EE}" destId="{343FEF31-A88D-4DF6-88AE-61FF13E88843}" srcOrd="0" destOrd="0" presId="urn:microsoft.com/office/officeart/2005/8/layout/hierarchy2"/>
    <dgm:cxn modelId="{21FB9273-A1E5-4397-9531-D4CFA382C038}" type="presParOf" srcId="{6850EF08-17B6-423F-BC6C-5ED810CE06F9}" destId="{DDFAE891-DB4B-4DBA-9202-32A2899CEF15}" srcOrd="1" destOrd="0" presId="urn:microsoft.com/office/officeart/2005/8/layout/hierarchy2"/>
    <dgm:cxn modelId="{0D678368-394B-4CDE-ABE8-D1C5E947A5AC}" type="presParOf" srcId="{DDFAE891-DB4B-4DBA-9202-32A2899CEF15}" destId="{17633434-07A1-4533-B2C5-67900798B509}" srcOrd="0" destOrd="0" presId="urn:microsoft.com/office/officeart/2005/8/layout/hierarchy2"/>
    <dgm:cxn modelId="{271FE484-9E34-49BD-A781-110A0CF8D086}" type="presParOf" srcId="{DDFAE891-DB4B-4DBA-9202-32A2899CEF15}" destId="{FE4C7BCC-DBF4-4277-B7A1-6D56C75DAA0B}" srcOrd="1" destOrd="0" presId="urn:microsoft.com/office/officeart/2005/8/layout/hierarchy2"/>
    <dgm:cxn modelId="{7361A463-5959-49BF-B742-46F5249C613C}" type="presParOf" srcId="{FE4C7BCC-DBF4-4277-B7A1-6D56C75DAA0B}" destId="{AFA3C283-4B40-4AC4-8085-82116899C89F}" srcOrd="0" destOrd="0" presId="urn:microsoft.com/office/officeart/2005/8/layout/hierarchy2"/>
    <dgm:cxn modelId="{75B5B786-6C5E-40F8-8F3F-53E03BEA5997}" type="presParOf" srcId="{AFA3C283-4B40-4AC4-8085-82116899C89F}" destId="{6918A6FB-24F2-46B5-B4E3-FD250C20823E}" srcOrd="0" destOrd="0" presId="urn:microsoft.com/office/officeart/2005/8/layout/hierarchy2"/>
    <dgm:cxn modelId="{A165956A-91ED-459F-B7B2-BFB872275790}" type="presParOf" srcId="{FE4C7BCC-DBF4-4277-B7A1-6D56C75DAA0B}" destId="{A26C3E77-FB53-48C3-A361-1C8F4D5F73B6}" srcOrd="1" destOrd="0" presId="urn:microsoft.com/office/officeart/2005/8/layout/hierarchy2"/>
    <dgm:cxn modelId="{C1D0EECB-D3FD-4423-AB8E-063DF81D8E6E}" type="presParOf" srcId="{A26C3E77-FB53-48C3-A361-1C8F4D5F73B6}" destId="{4E8A35E0-A2FD-4B11-841F-9D1B05DD7E7F}" srcOrd="0" destOrd="0" presId="urn:microsoft.com/office/officeart/2005/8/layout/hierarchy2"/>
    <dgm:cxn modelId="{09923402-2653-4909-9262-857A5457F0E9}" type="presParOf" srcId="{A26C3E77-FB53-48C3-A361-1C8F4D5F73B6}" destId="{A1C9AC4E-F643-4206-80B4-8D2C766A4098}" srcOrd="1" destOrd="0" presId="urn:microsoft.com/office/officeart/2005/8/layout/hierarchy2"/>
    <dgm:cxn modelId="{9D96DC4A-7AAE-4B4D-B385-36485F2E75BB}" type="presParOf" srcId="{6850EF08-17B6-423F-BC6C-5ED810CE06F9}" destId="{6A47962E-D881-4E05-843D-22B79CD8B72D}" srcOrd="2" destOrd="0" presId="urn:microsoft.com/office/officeart/2005/8/layout/hierarchy2"/>
    <dgm:cxn modelId="{80DAC654-8117-4D4D-9A6B-6EB7BEF9B273}" type="presParOf" srcId="{6A47962E-D881-4E05-843D-22B79CD8B72D}" destId="{5F904BD5-CA7E-4F04-BF63-157E7C67C70D}" srcOrd="0" destOrd="0" presId="urn:microsoft.com/office/officeart/2005/8/layout/hierarchy2"/>
    <dgm:cxn modelId="{1F21FFB1-92AF-4F63-9516-28A4931A4656}" type="presParOf" srcId="{6850EF08-17B6-423F-BC6C-5ED810CE06F9}" destId="{B23DAE3D-A9BC-480C-A884-8D9113EE37A4}" srcOrd="3" destOrd="0" presId="urn:microsoft.com/office/officeart/2005/8/layout/hierarchy2"/>
    <dgm:cxn modelId="{1DBDFA0C-F457-4FFE-827C-347BCC509204}" type="presParOf" srcId="{B23DAE3D-A9BC-480C-A884-8D9113EE37A4}" destId="{691B895C-5DFF-4A13-8E7F-19229B731E1D}" srcOrd="0" destOrd="0" presId="urn:microsoft.com/office/officeart/2005/8/layout/hierarchy2"/>
    <dgm:cxn modelId="{A7A6F757-D921-4051-8506-560E5E1609A8}" type="presParOf" srcId="{B23DAE3D-A9BC-480C-A884-8D9113EE37A4}" destId="{D8FB4C53-8DF5-45C6-B388-6F028B4817B3}" srcOrd="1" destOrd="0" presId="urn:microsoft.com/office/officeart/2005/8/layout/hierarchy2"/>
    <dgm:cxn modelId="{C44D557F-1FA2-4F54-9411-5584C304D7EE}" type="presParOf" srcId="{D8FB4C53-8DF5-45C6-B388-6F028B4817B3}" destId="{B0C6C47C-13BE-4BBB-9D4E-D80729CEC4E8}" srcOrd="0" destOrd="0" presId="urn:microsoft.com/office/officeart/2005/8/layout/hierarchy2"/>
    <dgm:cxn modelId="{8CCB5077-7188-4205-A120-99421F04FB8A}" type="presParOf" srcId="{B0C6C47C-13BE-4BBB-9D4E-D80729CEC4E8}" destId="{95908B14-90B3-4F68-B9E2-6CB462E92A9C}" srcOrd="0" destOrd="0" presId="urn:microsoft.com/office/officeart/2005/8/layout/hierarchy2"/>
    <dgm:cxn modelId="{5119B7B1-7A18-477A-BE13-B15412B42980}" type="presParOf" srcId="{D8FB4C53-8DF5-45C6-B388-6F028B4817B3}" destId="{D0E32622-A4BC-425D-9165-98DF3395FBB3}" srcOrd="1" destOrd="0" presId="urn:microsoft.com/office/officeart/2005/8/layout/hierarchy2"/>
    <dgm:cxn modelId="{8B7FEFDA-6393-4B81-A05A-E01CA77E0428}" type="presParOf" srcId="{D0E32622-A4BC-425D-9165-98DF3395FBB3}" destId="{23D60EC3-2D7D-492C-AD1B-6CE96E3B05B4}" srcOrd="0" destOrd="0" presId="urn:microsoft.com/office/officeart/2005/8/layout/hierarchy2"/>
    <dgm:cxn modelId="{4E3C0033-4148-45C8-A381-591B26E5866B}" type="presParOf" srcId="{D0E32622-A4BC-425D-9165-98DF3395FBB3}" destId="{F6332532-E126-48BE-BE21-9C51974C81E9}" srcOrd="1" destOrd="0" presId="urn:microsoft.com/office/officeart/2005/8/layout/hierarchy2"/>
    <dgm:cxn modelId="{BA167C94-D744-4498-8EF7-760DE6F91D3D}" type="presParOf" srcId="{D8FB4C53-8DF5-45C6-B388-6F028B4817B3}" destId="{9C811AB4-7297-4DC7-944E-3B4CB057DF43}" srcOrd="2" destOrd="0" presId="urn:microsoft.com/office/officeart/2005/8/layout/hierarchy2"/>
    <dgm:cxn modelId="{500BE0E5-E8AA-49F8-A23F-47AAF535736A}" type="presParOf" srcId="{9C811AB4-7297-4DC7-944E-3B4CB057DF43}" destId="{82E27F29-6ACC-4B50-A2DB-550CB0179D5F}" srcOrd="0" destOrd="0" presId="urn:microsoft.com/office/officeart/2005/8/layout/hierarchy2"/>
    <dgm:cxn modelId="{B23CB7E9-45BD-4CA6-8049-84B69697C42B}" type="presParOf" srcId="{D8FB4C53-8DF5-45C6-B388-6F028B4817B3}" destId="{D8D6655D-8470-461F-A409-F8E8A884FE5B}" srcOrd="3" destOrd="0" presId="urn:microsoft.com/office/officeart/2005/8/layout/hierarchy2"/>
    <dgm:cxn modelId="{BA75118A-48E2-40A5-9706-05B9C34356DF}" type="presParOf" srcId="{D8D6655D-8470-461F-A409-F8E8A884FE5B}" destId="{073FA997-7CFB-4C7F-AFEA-A9EF1C7922F4}" srcOrd="0" destOrd="0" presId="urn:microsoft.com/office/officeart/2005/8/layout/hierarchy2"/>
    <dgm:cxn modelId="{FF5CF2DE-A19B-4DB9-A659-452987A398BF}" type="presParOf" srcId="{D8D6655D-8470-461F-A409-F8E8A884FE5B}" destId="{95F9FE42-8334-4E92-9348-0B98486D13D4}" srcOrd="1" destOrd="0" presId="urn:microsoft.com/office/officeart/2005/8/layout/hierarchy2"/>
    <dgm:cxn modelId="{863CEFA2-1AA8-443E-867C-05B529933E88}" type="presParOf" srcId="{95F9FE42-8334-4E92-9348-0B98486D13D4}" destId="{AD130AF5-AE7B-49B4-A363-E073BFA314CC}" srcOrd="0" destOrd="0" presId="urn:microsoft.com/office/officeart/2005/8/layout/hierarchy2"/>
    <dgm:cxn modelId="{044CF9C7-DB49-4F79-BEC9-95D26FF895CF}" type="presParOf" srcId="{AD130AF5-AE7B-49B4-A363-E073BFA314CC}" destId="{B30E5922-CE97-4984-9025-874213CCD889}" srcOrd="0" destOrd="0" presId="urn:microsoft.com/office/officeart/2005/8/layout/hierarchy2"/>
    <dgm:cxn modelId="{FD9B7BF1-5793-4D64-8D32-2D5E64B31D6E}" type="presParOf" srcId="{95F9FE42-8334-4E92-9348-0B98486D13D4}" destId="{EFEA1313-ED08-42AD-818C-48749CE0FB33}" srcOrd="1" destOrd="0" presId="urn:microsoft.com/office/officeart/2005/8/layout/hierarchy2"/>
    <dgm:cxn modelId="{D801552A-6A33-4FF6-BE2F-497B33F4993A}" type="presParOf" srcId="{EFEA1313-ED08-42AD-818C-48749CE0FB33}" destId="{45C60A2A-2523-469D-A300-ACE1BA4CD702}" srcOrd="0" destOrd="0" presId="urn:microsoft.com/office/officeart/2005/8/layout/hierarchy2"/>
    <dgm:cxn modelId="{148DEDFE-A2E5-47F9-8478-B6AB81CDA301}" type="presParOf" srcId="{EFEA1313-ED08-42AD-818C-48749CE0FB33}" destId="{D56442E1-2302-4766-8D69-678A2AB38746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C54EA95-C5F4-422E-A495-1DA8986285D6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A793FD0D-282B-441E-8D57-856ED89BA013}">
      <dgm:prSet phldrT="[Texte]" custT="1"/>
      <dgm:spPr/>
      <dgm:t>
        <a:bodyPr/>
        <a:lstStyle/>
        <a:p>
          <a:pPr algn="l"/>
          <a:r>
            <a:rPr lang="fr-FR" sz="1400" dirty="0"/>
            <a:t>Sélectionner un client à partir de son identifiant</a:t>
          </a:r>
        </a:p>
      </dgm:t>
    </dgm:pt>
    <dgm:pt modelId="{A7BE01CF-F2AD-41DF-888F-7AB2F0B83141}" type="parTrans" cxnId="{1336D5AF-BF77-4D32-8905-C0E0DCCF010C}">
      <dgm:prSet/>
      <dgm:spPr/>
      <dgm:t>
        <a:bodyPr/>
        <a:lstStyle/>
        <a:p>
          <a:endParaRPr lang="fr-FR" sz="1400"/>
        </a:p>
      </dgm:t>
    </dgm:pt>
    <dgm:pt modelId="{099C0E00-9517-440D-8425-B5FDA832A9D6}" type="sibTrans" cxnId="{1336D5AF-BF77-4D32-8905-C0E0DCCF010C}">
      <dgm:prSet/>
      <dgm:spPr/>
      <dgm:t>
        <a:bodyPr/>
        <a:lstStyle/>
        <a:p>
          <a:endParaRPr lang="fr-FR" sz="1400"/>
        </a:p>
      </dgm:t>
    </dgm:pt>
    <dgm:pt modelId="{4D6ECB01-D367-4EBA-B227-73CEC50A536E}">
      <dgm:prSet phldrT="[Texte]" custT="1"/>
      <dgm:spPr/>
      <dgm:t>
        <a:bodyPr/>
        <a:lstStyle/>
        <a:p>
          <a:pPr algn="ctr"/>
          <a:r>
            <a:rPr lang="fr-FR" sz="1400" b="1" dirty="0"/>
            <a:t>Accès rapide au dossier client à analyser.</a:t>
          </a:r>
        </a:p>
      </dgm:t>
    </dgm:pt>
    <dgm:pt modelId="{D9FBF7A4-4702-453C-A0E9-279031ECB877}" type="parTrans" cxnId="{5B6C6078-3294-402F-BF51-9AAF9553F81F}">
      <dgm:prSet/>
      <dgm:spPr/>
      <dgm:t>
        <a:bodyPr/>
        <a:lstStyle/>
        <a:p>
          <a:endParaRPr lang="fr-FR" sz="1400"/>
        </a:p>
      </dgm:t>
    </dgm:pt>
    <dgm:pt modelId="{0E1605AF-57AC-4616-BB78-8EE444FBE45A}" type="sibTrans" cxnId="{5B6C6078-3294-402F-BF51-9AAF9553F81F}">
      <dgm:prSet/>
      <dgm:spPr/>
      <dgm:t>
        <a:bodyPr/>
        <a:lstStyle/>
        <a:p>
          <a:endParaRPr lang="fr-FR" sz="1400"/>
        </a:p>
      </dgm:t>
    </dgm:pt>
    <dgm:pt modelId="{32F6E82F-977B-4153-8732-0A8DD23F984A}">
      <dgm:prSet phldrT="[Texte]" custT="1"/>
      <dgm:spPr/>
      <dgm:t>
        <a:bodyPr/>
        <a:lstStyle/>
        <a:p>
          <a:r>
            <a:rPr lang="fr-FR" sz="1400" b="1" u="sng" dirty="0"/>
            <a:t>Consultation du score de risque </a:t>
          </a:r>
          <a:endParaRPr lang="fr-FR" sz="1400" dirty="0"/>
        </a:p>
      </dgm:t>
    </dgm:pt>
    <dgm:pt modelId="{220C7A7D-97A7-44B2-A07F-B01A558C02F9}" type="parTrans" cxnId="{E720DD4F-318D-442B-818C-525962C20D3A}">
      <dgm:prSet/>
      <dgm:spPr/>
      <dgm:t>
        <a:bodyPr/>
        <a:lstStyle/>
        <a:p>
          <a:endParaRPr lang="fr-FR" sz="1400"/>
        </a:p>
      </dgm:t>
    </dgm:pt>
    <dgm:pt modelId="{197FA829-3049-496D-A803-AFAB7FFE53B3}" type="sibTrans" cxnId="{E720DD4F-318D-442B-818C-525962C20D3A}">
      <dgm:prSet/>
      <dgm:spPr/>
      <dgm:t>
        <a:bodyPr/>
        <a:lstStyle/>
        <a:p>
          <a:endParaRPr lang="fr-FR" sz="1400"/>
        </a:p>
      </dgm:t>
    </dgm:pt>
    <dgm:pt modelId="{E7A68BE6-3030-4F40-A82B-F614BC0454F1}">
      <dgm:prSet phldrT="[Texte]" custT="1"/>
      <dgm:spPr/>
      <dgm:t>
        <a:bodyPr/>
        <a:lstStyle/>
        <a:p>
          <a:pPr algn="l"/>
          <a:r>
            <a:rPr lang="fr-FR" sz="1400" dirty="0"/>
            <a:t>Probabilité de défaut</a:t>
          </a:r>
        </a:p>
      </dgm:t>
    </dgm:pt>
    <dgm:pt modelId="{695F3E08-5C7D-4816-AACA-9FD79B85AE3D}" type="parTrans" cxnId="{4F9B8DEA-1984-4915-90EB-6E626619355E}">
      <dgm:prSet/>
      <dgm:spPr/>
      <dgm:t>
        <a:bodyPr/>
        <a:lstStyle/>
        <a:p>
          <a:endParaRPr lang="fr-FR" sz="1400"/>
        </a:p>
      </dgm:t>
    </dgm:pt>
    <dgm:pt modelId="{BB46C7AB-F9D3-47EA-93F0-FB687BC2CD3A}" type="sibTrans" cxnId="{4F9B8DEA-1984-4915-90EB-6E626619355E}">
      <dgm:prSet/>
      <dgm:spPr/>
      <dgm:t>
        <a:bodyPr/>
        <a:lstStyle/>
        <a:p>
          <a:endParaRPr lang="fr-FR" sz="1400"/>
        </a:p>
      </dgm:t>
    </dgm:pt>
    <dgm:pt modelId="{F6662118-04FD-4519-8ECE-7F06E0FC4A1F}">
      <dgm:prSet phldrT="[Texte]" custT="1"/>
      <dgm:spPr/>
      <dgm:t>
        <a:bodyPr/>
        <a:lstStyle/>
        <a:p>
          <a:r>
            <a:rPr lang="fr-FR" sz="1400" b="1" u="sng" dirty="0"/>
            <a:t>Compréhension de la décision </a:t>
          </a:r>
          <a:endParaRPr lang="fr-FR" sz="1400" dirty="0"/>
        </a:p>
      </dgm:t>
    </dgm:pt>
    <dgm:pt modelId="{2C9C6361-5024-4BAF-BEF8-183365ADF729}" type="parTrans" cxnId="{1A71B2A1-D63B-4BF5-BB0A-FCC5CADBE146}">
      <dgm:prSet/>
      <dgm:spPr/>
      <dgm:t>
        <a:bodyPr/>
        <a:lstStyle/>
        <a:p>
          <a:endParaRPr lang="fr-FR" sz="1400"/>
        </a:p>
      </dgm:t>
    </dgm:pt>
    <dgm:pt modelId="{A4519AED-FB9E-4D4C-A895-62B5ED06D02B}" type="sibTrans" cxnId="{1A71B2A1-D63B-4BF5-BB0A-FCC5CADBE146}">
      <dgm:prSet/>
      <dgm:spPr/>
      <dgm:t>
        <a:bodyPr/>
        <a:lstStyle/>
        <a:p>
          <a:endParaRPr lang="fr-FR" sz="1400"/>
        </a:p>
      </dgm:t>
    </dgm:pt>
    <dgm:pt modelId="{0D4E6206-6351-4C04-A9FB-6F9F3E82E9DE}">
      <dgm:prSet phldrT="[Texte]" custT="1"/>
      <dgm:spPr/>
      <dgm:t>
        <a:bodyPr/>
        <a:lstStyle/>
        <a:p>
          <a:pPr algn="l"/>
          <a:r>
            <a:rPr lang="fr-FR" sz="1400" dirty="0"/>
            <a:t>Les 10 variables qui contribuent le plus à augmenter ou diminuer le score</a:t>
          </a:r>
        </a:p>
      </dgm:t>
    </dgm:pt>
    <dgm:pt modelId="{B9584A41-88A5-4269-B941-C1931F41785E}" type="parTrans" cxnId="{D9507C00-FE0B-49BA-AF71-149EFAF22292}">
      <dgm:prSet/>
      <dgm:spPr/>
      <dgm:t>
        <a:bodyPr/>
        <a:lstStyle/>
        <a:p>
          <a:endParaRPr lang="fr-FR" sz="1400"/>
        </a:p>
      </dgm:t>
    </dgm:pt>
    <dgm:pt modelId="{E7E03ABF-A996-498A-A717-EBB6338D3123}" type="sibTrans" cxnId="{D9507C00-FE0B-49BA-AF71-149EFAF22292}">
      <dgm:prSet/>
      <dgm:spPr/>
      <dgm:t>
        <a:bodyPr/>
        <a:lstStyle/>
        <a:p>
          <a:endParaRPr lang="fr-FR" sz="1400"/>
        </a:p>
      </dgm:t>
    </dgm:pt>
    <dgm:pt modelId="{62FF8379-902E-483F-B234-C5EFFCB83055}">
      <dgm:prSet phldrT="[Texte]" custT="1"/>
      <dgm:spPr/>
      <dgm:t>
        <a:bodyPr/>
        <a:lstStyle/>
        <a:p>
          <a:r>
            <a:rPr lang="fr-FR" sz="1400" b="1" u="sng" dirty="0"/>
            <a:t>Sélection du client </a:t>
          </a:r>
          <a:endParaRPr lang="fr-FR" sz="1400" dirty="0"/>
        </a:p>
      </dgm:t>
    </dgm:pt>
    <dgm:pt modelId="{70BE5AAC-9061-40C5-9E4A-59EB394E3539}" type="sibTrans" cxnId="{DCC8BA4C-5B8A-40E3-8833-EB045E513C57}">
      <dgm:prSet/>
      <dgm:spPr/>
      <dgm:t>
        <a:bodyPr/>
        <a:lstStyle/>
        <a:p>
          <a:endParaRPr lang="fr-FR" sz="1400"/>
        </a:p>
      </dgm:t>
    </dgm:pt>
    <dgm:pt modelId="{ADDF54FD-5CC1-4CFD-A1A3-F8F33BF04942}" type="parTrans" cxnId="{DCC8BA4C-5B8A-40E3-8833-EB045E513C57}">
      <dgm:prSet/>
      <dgm:spPr/>
      <dgm:t>
        <a:bodyPr/>
        <a:lstStyle/>
        <a:p>
          <a:endParaRPr lang="fr-FR" sz="1400"/>
        </a:p>
      </dgm:t>
    </dgm:pt>
    <dgm:pt modelId="{1E42C390-A061-482A-8308-6568322B67E1}">
      <dgm:prSet phldrT="[Texte]" custT="1"/>
      <dgm:spPr/>
      <dgm:t>
        <a:bodyPr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u="sng" kern="1200" dirty="0">
              <a:solidFill>
                <a:prstClr val="white"/>
              </a:solidFill>
              <a:latin typeface="Tw Cen MT" panose="020B0602020104020603"/>
              <a:ea typeface="+mn-ea"/>
              <a:cs typeface="+mn-cs"/>
            </a:rPr>
            <a:t>Comparaison avec l’importance globale</a:t>
          </a:r>
        </a:p>
      </dgm:t>
    </dgm:pt>
    <dgm:pt modelId="{9CF9C1C5-C094-4843-BE6E-B3C147A8A33A}" type="parTrans" cxnId="{7D80A412-F1B1-405E-AE5A-CB5FB3CB483C}">
      <dgm:prSet/>
      <dgm:spPr/>
      <dgm:t>
        <a:bodyPr/>
        <a:lstStyle/>
        <a:p>
          <a:endParaRPr lang="fr-FR"/>
        </a:p>
      </dgm:t>
    </dgm:pt>
    <dgm:pt modelId="{BF999D88-BDED-4413-830F-6B0E9C78389C}" type="sibTrans" cxnId="{7D80A412-F1B1-405E-AE5A-CB5FB3CB483C}">
      <dgm:prSet/>
      <dgm:spPr/>
      <dgm:t>
        <a:bodyPr/>
        <a:lstStyle/>
        <a:p>
          <a:endParaRPr lang="fr-FR"/>
        </a:p>
      </dgm:t>
    </dgm:pt>
    <dgm:pt modelId="{878CF6C9-8AA4-4D6C-9667-6844D3771D4F}">
      <dgm:prSet phldrT="[Texte]" custT="1"/>
      <dgm:spPr/>
      <dgm:t>
        <a:bodyPr/>
        <a:lstStyle/>
        <a:p>
          <a:r>
            <a:rPr lang="fr-FR" sz="1400" b="0" dirty="0"/>
            <a:t>Les variables sont-elles spécifiques au client ou structurellement importantes</a:t>
          </a:r>
          <a:endParaRPr lang="fr-FR" sz="1400" dirty="0"/>
        </a:p>
      </dgm:t>
    </dgm:pt>
    <dgm:pt modelId="{6649CDD7-6208-45D9-814D-510DFAF0F53A}" type="parTrans" cxnId="{29D0ABAE-558B-425F-851B-9C4DCB7E0756}">
      <dgm:prSet/>
      <dgm:spPr/>
      <dgm:t>
        <a:bodyPr/>
        <a:lstStyle/>
        <a:p>
          <a:endParaRPr lang="fr-FR"/>
        </a:p>
      </dgm:t>
    </dgm:pt>
    <dgm:pt modelId="{684D0959-401E-492D-9872-6BAD33EDCC4C}" type="sibTrans" cxnId="{29D0ABAE-558B-425F-851B-9C4DCB7E0756}">
      <dgm:prSet/>
      <dgm:spPr/>
      <dgm:t>
        <a:bodyPr/>
        <a:lstStyle/>
        <a:p>
          <a:endParaRPr lang="fr-FR"/>
        </a:p>
      </dgm:t>
    </dgm:pt>
    <dgm:pt modelId="{E2421513-1ABD-49A8-B4D4-896B7C8F3C97}">
      <dgm:prSet phldrT="[Texte]" custT="1"/>
      <dgm:spPr/>
      <dgm:t>
        <a:bodyPr/>
        <a:lstStyle/>
        <a:p>
          <a:r>
            <a:rPr lang="fr-FR" sz="1400" b="1" u="sng" dirty="0"/>
            <a:t>Simulation de modification </a:t>
          </a:r>
          <a:endParaRPr lang="fr-FR" sz="1400" dirty="0"/>
        </a:p>
      </dgm:t>
    </dgm:pt>
    <dgm:pt modelId="{37DC4E46-6EB3-415D-9A22-9B461534DF9C}" type="parTrans" cxnId="{F76BC160-09A5-4889-83C7-00E5EF0CFC94}">
      <dgm:prSet/>
      <dgm:spPr/>
      <dgm:t>
        <a:bodyPr/>
        <a:lstStyle/>
        <a:p>
          <a:endParaRPr lang="fr-FR"/>
        </a:p>
      </dgm:t>
    </dgm:pt>
    <dgm:pt modelId="{96A41790-CADD-418A-8F3E-61E7D30ECCFF}" type="sibTrans" cxnId="{F76BC160-09A5-4889-83C7-00E5EF0CFC94}">
      <dgm:prSet/>
      <dgm:spPr/>
      <dgm:t>
        <a:bodyPr/>
        <a:lstStyle/>
        <a:p>
          <a:endParaRPr lang="fr-FR"/>
        </a:p>
      </dgm:t>
    </dgm:pt>
    <dgm:pt modelId="{C4535D63-6F96-4643-989C-64D98717ADB8}">
      <dgm:prSet phldrT="[Texte]" custT="1"/>
      <dgm:spPr/>
      <dgm:t>
        <a:bodyPr/>
        <a:lstStyle/>
        <a:p>
          <a:r>
            <a:rPr lang="fr-FR" sz="1400" dirty="0"/>
            <a:t>Modifier la valeur d’une variable</a:t>
          </a:r>
        </a:p>
      </dgm:t>
    </dgm:pt>
    <dgm:pt modelId="{462D20DA-96E7-4CE7-963D-7B520EEF1D75}" type="parTrans" cxnId="{D591A6DC-B834-4249-9C7E-FAC1EBFC0269}">
      <dgm:prSet/>
      <dgm:spPr/>
      <dgm:t>
        <a:bodyPr/>
        <a:lstStyle/>
        <a:p>
          <a:endParaRPr lang="fr-FR"/>
        </a:p>
      </dgm:t>
    </dgm:pt>
    <dgm:pt modelId="{912B8FDA-4633-40C1-B735-93A5411420A7}" type="sibTrans" cxnId="{D591A6DC-B834-4249-9C7E-FAC1EBFC0269}">
      <dgm:prSet/>
      <dgm:spPr/>
      <dgm:t>
        <a:bodyPr/>
        <a:lstStyle/>
        <a:p>
          <a:endParaRPr lang="fr-FR"/>
        </a:p>
      </dgm:t>
    </dgm:pt>
    <dgm:pt modelId="{A89DED96-6329-43F5-9AE1-6378CDDFA948}">
      <dgm:prSet phldrT="[Texte]" custT="1"/>
      <dgm:spPr/>
      <dgm:t>
        <a:bodyPr/>
        <a:lstStyle/>
        <a:p>
          <a:r>
            <a:rPr lang="fr-FR" sz="1400" dirty="0"/>
            <a:t>Score simuler VS score initial</a:t>
          </a:r>
        </a:p>
      </dgm:t>
    </dgm:pt>
    <dgm:pt modelId="{E27D67D1-5340-4A96-8A48-FFAD6A307A8C}" type="parTrans" cxnId="{C0B7A64E-7823-4806-9F36-698F8C5B04F3}">
      <dgm:prSet/>
      <dgm:spPr/>
      <dgm:t>
        <a:bodyPr/>
        <a:lstStyle/>
        <a:p>
          <a:endParaRPr lang="fr-FR"/>
        </a:p>
      </dgm:t>
    </dgm:pt>
    <dgm:pt modelId="{952C2199-E437-4B71-8E77-A9D1A174E88A}" type="sibTrans" cxnId="{C0B7A64E-7823-4806-9F36-698F8C5B04F3}">
      <dgm:prSet/>
      <dgm:spPr/>
      <dgm:t>
        <a:bodyPr/>
        <a:lstStyle/>
        <a:p>
          <a:endParaRPr lang="fr-FR"/>
        </a:p>
      </dgm:t>
    </dgm:pt>
    <dgm:pt modelId="{13C59637-7992-4CB7-BA8A-0D5ADE83AA1B}">
      <dgm:prSet phldrT="[Texte]" custT="1"/>
      <dgm:spPr/>
      <dgm:t>
        <a:bodyPr/>
        <a:lstStyle/>
        <a:p>
          <a:pPr algn="l"/>
          <a:r>
            <a:rPr lang="fr-FR" sz="1400" dirty="0"/>
            <a:t>Seuil de décision métier</a:t>
          </a:r>
        </a:p>
      </dgm:t>
    </dgm:pt>
    <dgm:pt modelId="{A7D956D5-09AB-4C72-86F5-D7E511FA67A6}" type="parTrans" cxnId="{9985E0C6-5EED-489E-BD3C-C4BB80BC9628}">
      <dgm:prSet/>
      <dgm:spPr/>
      <dgm:t>
        <a:bodyPr/>
        <a:lstStyle/>
        <a:p>
          <a:endParaRPr lang="fr-FR"/>
        </a:p>
      </dgm:t>
    </dgm:pt>
    <dgm:pt modelId="{EF6AF6C6-0708-4FDA-B409-125E0F577414}" type="sibTrans" cxnId="{9985E0C6-5EED-489E-BD3C-C4BB80BC9628}">
      <dgm:prSet/>
      <dgm:spPr/>
      <dgm:t>
        <a:bodyPr/>
        <a:lstStyle/>
        <a:p>
          <a:endParaRPr lang="fr-FR"/>
        </a:p>
      </dgm:t>
    </dgm:pt>
    <dgm:pt modelId="{3ED71D0D-C26D-4D9E-9C6E-1826921A55BF}">
      <dgm:prSet phldrT="[Texte]" custT="1"/>
      <dgm:spPr/>
      <dgm:t>
        <a:bodyPr/>
        <a:lstStyle/>
        <a:p>
          <a:pPr algn="l"/>
          <a:r>
            <a:rPr lang="fr-FR" sz="1400" dirty="0"/>
            <a:t>Ecart au seuil,</a:t>
          </a:r>
        </a:p>
      </dgm:t>
    </dgm:pt>
    <dgm:pt modelId="{34EE373B-5C99-47AA-8ADD-5051395942AB}" type="parTrans" cxnId="{691CAD2E-0D3D-41C3-B8A3-831DAD3904E6}">
      <dgm:prSet/>
      <dgm:spPr/>
      <dgm:t>
        <a:bodyPr/>
        <a:lstStyle/>
        <a:p>
          <a:endParaRPr lang="fr-FR"/>
        </a:p>
      </dgm:t>
    </dgm:pt>
    <dgm:pt modelId="{36858E99-CFE5-411E-9C7D-051F468F8109}" type="sibTrans" cxnId="{691CAD2E-0D3D-41C3-B8A3-831DAD3904E6}">
      <dgm:prSet/>
      <dgm:spPr/>
      <dgm:t>
        <a:bodyPr/>
        <a:lstStyle/>
        <a:p>
          <a:endParaRPr lang="fr-FR"/>
        </a:p>
      </dgm:t>
    </dgm:pt>
    <dgm:pt modelId="{0D2C3307-023C-41F8-9EA1-A53E2CBEA756}">
      <dgm:prSet phldrT="[Texte]" custT="1"/>
      <dgm:spPr/>
      <dgm:t>
        <a:bodyPr/>
        <a:lstStyle/>
        <a:p>
          <a:pPr algn="l"/>
          <a:r>
            <a:rPr lang="fr-FR" sz="1400" dirty="0"/>
            <a:t>Jauge visuelle</a:t>
          </a:r>
        </a:p>
      </dgm:t>
    </dgm:pt>
    <dgm:pt modelId="{0A57E8F0-5828-4379-AD44-2C71C37FC50B}" type="parTrans" cxnId="{53D0DE40-899E-4969-A446-61403DDD9871}">
      <dgm:prSet/>
      <dgm:spPr/>
      <dgm:t>
        <a:bodyPr/>
        <a:lstStyle/>
        <a:p>
          <a:endParaRPr lang="fr-FR"/>
        </a:p>
      </dgm:t>
    </dgm:pt>
    <dgm:pt modelId="{59A3545E-C1A9-470B-8B84-770020AFBD94}" type="sibTrans" cxnId="{53D0DE40-899E-4969-A446-61403DDD9871}">
      <dgm:prSet/>
      <dgm:spPr/>
      <dgm:t>
        <a:bodyPr/>
        <a:lstStyle/>
        <a:p>
          <a:endParaRPr lang="fr-FR"/>
        </a:p>
      </dgm:t>
    </dgm:pt>
    <dgm:pt modelId="{25428252-507A-4973-91D7-5ED187C287C2}">
      <dgm:prSet phldrT="[Texte]" custT="1"/>
      <dgm:spPr/>
      <dgm:t>
        <a:bodyPr/>
        <a:lstStyle/>
        <a:p>
          <a:pPr algn="l"/>
          <a:r>
            <a:rPr lang="fr-FR" sz="1400" dirty="0"/>
            <a:t>Décision automatique ACCORD/REFUS</a:t>
          </a:r>
        </a:p>
      </dgm:t>
    </dgm:pt>
    <dgm:pt modelId="{D9D5A3A9-DF64-43D2-8ADD-038A7A45F656}" type="parTrans" cxnId="{D9C7CF67-25BB-45BF-8361-02690B4EAD12}">
      <dgm:prSet/>
      <dgm:spPr/>
      <dgm:t>
        <a:bodyPr/>
        <a:lstStyle/>
        <a:p>
          <a:endParaRPr lang="fr-FR"/>
        </a:p>
      </dgm:t>
    </dgm:pt>
    <dgm:pt modelId="{8407E077-57E7-43C7-9E3A-370D1F49279D}" type="sibTrans" cxnId="{D9C7CF67-25BB-45BF-8361-02690B4EAD12}">
      <dgm:prSet/>
      <dgm:spPr/>
      <dgm:t>
        <a:bodyPr/>
        <a:lstStyle/>
        <a:p>
          <a:endParaRPr lang="fr-FR"/>
        </a:p>
      </dgm:t>
    </dgm:pt>
    <dgm:pt modelId="{39BA4B63-89B3-4323-9386-56D477E2F490}">
      <dgm:prSet phldrT="[Texte]" custT="1"/>
      <dgm:spPr/>
      <dgm:t>
        <a:bodyPr/>
        <a:lstStyle/>
        <a:p>
          <a:pPr algn="l"/>
          <a:r>
            <a:rPr lang="fr-FR" sz="1400" b="1" dirty="0"/>
            <a:t>Observer  rapidement la situation du client</a:t>
          </a:r>
          <a:endParaRPr lang="fr-FR" sz="1400" dirty="0"/>
        </a:p>
      </dgm:t>
    </dgm:pt>
    <dgm:pt modelId="{D558535E-C084-4EA2-975F-384D89DCA10D}" type="parTrans" cxnId="{88A135CF-A350-4D6C-8681-1C9BE4598E83}">
      <dgm:prSet/>
      <dgm:spPr/>
      <dgm:t>
        <a:bodyPr/>
        <a:lstStyle/>
        <a:p>
          <a:endParaRPr lang="fr-FR"/>
        </a:p>
      </dgm:t>
    </dgm:pt>
    <dgm:pt modelId="{035671F5-866C-4AE5-AB3B-2D65ABF3CE49}" type="sibTrans" cxnId="{88A135CF-A350-4D6C-8681-1C9BE4598E83}">
      <dgm:prSet/>
      <dgm:spPr/>
      <dgm:t>
        <a:bodyPr/>
        <a:lstStyle/>
        <a:p>
          <a:endParaRPr lang="fr-FR"/>
        </a:p>
      </dgm:t>
    </dgm:pt>
    <dgm:pt modelId="{5E747B62-6DF7-40C0-A11D-4613E82306C6}">
      <dgm:prSet phldrT="[Texte]" custT="1"/>
      <dgm:spPr/>
      <dgm:t>
        <a:bodyPr/>
        <a:lstStyle/>
        <a:p>
          <a:pPr algn="l"/>
          <a:endParaRPr lang="fr-FR" sz="1400" dirty="0"/>
        </a:p>
      </dgm:t>
    </dgm:pt>
    <dgm:pt modelId="{A3EFC84B-CFDE-45E7-A01C-539C9DC67DD9}" type="parTrans" cxnId="{233E63C7-49D5-47F2-BC57-026CD8CE77FB}">
      <dgm:prSet/>
      <dgm:spPr/>
      <dgm:t>
        <a:bodyPr/>
        <a:lstStyle/>
        <a:p>
          <a:endParaRPr lang="fr-FR"/>
        </a:p>
      </dgm:t>
    </dgm:pt>
    <dgm:pt modelId="{FDEF81AC-8091-482A-85C8-40AEADF52E8E}" type="sibTrans" cxnId="{233E63C7-49D5-47F2-BC57-026CD8CE77FB}">
      <dgm:prSet/>
      <dgm:spPr/>
      <dgm:t>
        <a:bodyPr/>
        <a:lstStyle/>
        <a:p>
          <a:endParaRPr lang="fr-FR"/>
        </a:p>
      </dgm:t>
    </dgm:pt>
    <dgm:pt modelId="{4857D20B-1D28-40FC-85DF-CF26C9DB50D3}">
      <dgm:prSet phldrT="[Texte]" custT="1"/>
      <dgm:spPr/>
      <dgm:t>
        <a:bodyPr/>
        <a:lstStyle/>
        <a:p>
          <a:pPr algn="l"/>
          <a:endParaRPr lang="fr-FR" sz="1400" dirty="0"/>
        </a:p>
      </dgm:t>
    </dgm:pt>
    <dgm:pt modelId="{9663A750-2389-411B-A0DA-8A2C338B287E}" type="parTrans" cxnId="{CF3D12CB-44B4-4835-8683-39AAF131DE16}">
      <dgm:prSet/>
      <dgm:spPr/>
      <dgm:t>
        <a:bodyPr/>
        <a:lstStyle/>
        <a:p>
          <a:endParaRPr lang="fr-FR"/>
        </a:p>
      </dgm:t>
    </dgm:pt>
    <dgm:pt modelId="{BF2A7F81-D8D8-4C6F-8B6E-83BBB95D7554}" type="sibTrans" cxnId="{CF3D12CB-44B4-4835-8683-39AAF131DE16}">
      <dgm:prSet/>
      <dgm:spPr/>
      <dgm:t>
        <a:bodyPr/>
        <a:lstStyle/>
        <a:p>
          <a:endParaRPr lang="fr-FR"/>
        </a:p>
      </dgm:t>
    </dgm:pt>
    <dgm:pt modelId="{62C38B21-C377-4A29-A2D8-C95F6CCDCB21}">
      <dgm:prSet phldrT="[Texte]" custT="1"/>
      <dgm:spPr/>
      <dgm:t>
        <a:bodyPr/>
        <a:lstStyle/>
        <a:p>
          <a:pPr algn="l"/>
          <a:r>
            <a:rPr lang="fr-FR" sz="1400" dirty="0"/>
            <a:t>Contribution dans la décision</a:t>
          </a:r>
        </a:p>
      </dgm:t>
    </dgm:pt>
    <dgm:pt modelId="{CF891445-D5C3-4ACB-8929-BEC1F923961D}" type="parTrans" cxnId="{53A15F8B-6220-4F6F-BDC9-8FFE741C238B}">
      <dgm:prSet/>
      <dgm:spPr/>
      <dgm:t>
        <a:bodyPr/>
        <a:lstStyle/>
        <a:p>
          <a:endParaRPr lang="fr-FR"/>
        </a:p>
      </dgm:t>
    </dgm:pt>
    <dgm:pt modelId="{0D746403-91C0-421E-860A-95468DB24FA0}" type="sibTrans" cxnId="{53A15F8B-6220-4F6F-BDC9-8FFE741C238B}">
      <dgm:prSet/>
      <dgm:spPr/>
      <dgm:t>
        <a:bodyPr/>
        <a:lstStyle/>
        <a:p>
          <a:endParaRPr lang="fr-FR"/>
        </a:p>
      </dgm:t>
    </dgm:pt>
    <dgm:pt modelId="{ADE19847-2092-449C-874B-F1B8E42326B7}">
      <dgm:prSet phldrT="[Texte]" custT="1"/>
      <dgm:spPr/>
      <dgm:t>
        <a:bodyPr/>
        <a:lstStyle/>
        <a:p>
          <a:pPr algn="l"/>
          <a:r>
            <a:rPr lang="fr-FR" sz="1400" dirty="0"/>
            <a:t>Leurs valeurs</a:t>
          </a:r>
        </a:p>
      </dgm:t>
    </dgm:pt>
    <dgm:pt modelId="{217610ED-F354-4102-90FC-DEEC9AAA8C79}" type="parTrans" cxnId="{D76E814F-F4F2-4A23-8A77-EC8D549B43FE}">
      <dgm:prSet/>
      <dgm:spPr/>
      <dgm:t>
        <a:bodyPr/>
        <a:lstStyle/>
        <a:p>
          <a:endParaRPr lang="fr-FR"/>
        </a:p>
      </dgm:t>
    </dgm:pt>
    <dgm:pt modelId="{5B21BEE2-61A4-43F1-9A1E-65ABC853FF4B}" type="sibTrans" cxnId="{D76E814F-F4F2-4A23-8A77-EC8D549B43FE}">
      <dgm:prSet/>
      <dgm:spPr/>
      <dgm:t>
        <a:bodyPr/>
        <a:lstStyle/>
        <a:p>
          <a:endParaRPr lang="fr-FR"/>
        </a:p>
      </dgm:t>
    </dgm:pt>
    <dgm:pt modelId="{73372C4C-7CE3-4F84-BE30-963C72F455F8}">
      <dgm:prSet phldrT="[Texte]" custT="1"/>
      <dgm:spPr/>
      <dgm:t>
        <a:bodyPr/>
        <a:lstStyle/>
        <a:p>
          <a:pPr algn="l"/>
          <a:endParaRPr lang="fr-FR" sz="1400" dirty="0"/>
        </a:p>
      </dgm:t>
    </dgm:pt>
    <dgm:pt modelId="{3708A189-E560-448C-8A1E-C7C21E33D3FA}" type="parTrans" cxnId="{F8C29EBA-BCDD-40A3-9AB4-07933D6B5A6B}">
      <dgm:prSet/>
      <dgm:spPr/>
      <dgm:t>
        <a:bodyPr/>
        <a:lstStyle/>
        <a:p>
          <a:endParaRPr lang="fr-FR"/>
        </a:p>
      </dgm:t>
    </dgm:pt>
    <dgm:pt modelId="{0D94FE32-CD72-4D54-8F17-D163680F3AAD}" type="sibTrans" cxnId="{F8C29EBA-BCDD-40A3-9AB4-07933D6B5A6B}">
      <dgm:prSet/>
      <dgm:spPr/>
      <dgm:t>
        <a:bodyPr/>
        <a:lstStyle/>
        <a:p>
          <a:endParaRPr lang="fr-FR"/>
        </a:p>
      </dgm:t>
    </dgm:pt>
    <dgm:pt modelId="{E4700EE0-C187-496D-A2E5-C14AC6BEDDDA}">
      <dgm:prSet phldrT="[Texte]" custT="1"/>
      <dgm:spPr/>
      <dgm:t>
        <a:bodyPr/>
        <a:lstStyle/>
        <a:p>
          <a:pPr algn="l"/>
          <a:endParaRPr lang="fr-FR" sz="1400" dirty="0"/>
        </a:p>
      </dgm:t>
    </dgm:pt>
    <dgm:pt modelId="{BCC6D3C4-A27F-4BA6-9332-D682A5C1A114}" type="parTrans" cxnId="{32066EE1-A422-41AC-B606-18DA12D96C23}">
      <dgm:prSet/>
      <dgm:spPr/>
      <dgm:t>
        <a:bodyPr/>
        <a:lstStyle/>
        <a:p>
          <a:endParaRPr lang="fr-FR"/>
        </a:p>
      </dgm:t>
    </dgm:pt>
    <dgm:pt modelId="{DBBEC987-56EE-4399-82D0-DA1AA2A6384C}" type="sibTrans" cxnId="{32066EE1-A422-41AC-B606-18DA12D96C23}">
      <dgm:prSet/>
      <dgm:spPr/>
      <dgm:t>
        <a:bodyPr/>
        <a:lstStyle/>
        <a:p>
          <a:endParaRPr lang="fr-FR"/>
        </a:p>
      </dgm:t>
    </dgm:pt>
    <dgm:pt modelId="{32592990-48D9-42D6-A71B-BF03EB9D145D}">
      <dgm:prSet phldrT="[Texte]" custT="1"/>
      <dgm:spPr/>
      <dgm:t>
        <a:bodyPr/>
        <a:lstStyle/>
        <a:p>
          <a:pPr algn="l"/>
          <a:endParaRPr lang="fr-FR" sz="1400" dirty="0"/>
        </a:p>
      </dgm:t>
    </dgm:pt>
    <dgm:pt modelId="{E532C1FA-5B4D-43C5-B9CB-68679CC844FB}" type="parTrans" cxnId="{96E72A58-0701-4071-8486-252AA565464E}">
      <dgm:prSet/>
      <dgm:spPr/>
      <dgm:t>
        <a:bodyPr/>
        <a:lstStyle/>
        <a:p>
          <a:endParaRPr lang="fr-FR"/>
        </a:p>
      </dgm:t>
    </dgm:pt>
    <dgm:pt modelId="{0F409829-9621-4F18-8FF0-E6C1BA2B00B0}" type="sibTrans" cxnId="{96E72A58-0701-4071-8486-252AA565464E}">
      <dgm:prSet/>
      <dgm:spPr/>
      <dgm:t>
        <a:bodyPr/>
        <a:lstStyle/>
        <a:p>
          <a:endParaRPr lang="fr-FR"/>
        </a:p>
      </dgm:t>
    </dgm:pt>
    <dgm:pt modelId="{64A7F65D-0752-4444-9948-417271B82052}">
      <dgm:prSet phldrT="[Texte]" custT="1"/>
      <dgm:spPr/>
      <dgm:t>
        <a:bodyPr/>
        <a:lstStyle/>
        <a:p>
          <a:pPr algn="l"/>
          <a:endParaRPr lang="fr-FR" sz="1400" dirty="0"/>
        </a:p>
      </dgm:t>
    </dgm:pt>
    <dgm:pt modelId="{54589DF1-0BA6-4642-A203-6D6A079A4104}" type="parTrans" cxnId="{5F562D49-3833-4554-AF69-AE74F161192E}">
      <dgm:prSet/>
      <dgm:spPr/>
      <dgm:t>
        <a:bodyPr/>
        <a:lstStyle/>
        <a:p>
          <a:endParaRPr lang="fr-FR"/>
        </a:p>
      </dgm:t>
    </dgm:pt>
    <dgm:pt modelId="{0DAD56BD-7157-475F-88F1-50305938CF6D}" type="sibTrans" cxnId="{5F562D49-3833-4554-AF69-AE74F161192E}">
      <dgm:prSet/>
      <dgm:spPr/>
      <dgm:t>
        <a:bodyPr/>
        <a:lstStyle/>
        <a:p>
          <a:endParaRPr lang="fr-FR"/>
        </a:p>
      </dgm:t>
    </dgm:pt>
    <dgm:pt modelId="{3FE1F847-AC0F-413E-B667-7596BF92085B}">
      <dgm:prSet phldrT="[Texte]" custT="1"/>
      <dgm:spPr/>
      <dgm:t>
        <a:bodyPr/>
        <a:lstStyle/>
        <a:p>
          <a:pPr algn="l"/>
          <a:endParaRPr lang="fr-FR" sz="1400" dirty="0"/>
        </a:p>
      </dgm:t>
    </dgm:pt>
    <dgm:pt modelId="{6B7EAF87-99B1-4896-A35C-2671D98F4BDD}" type="parTrans" cxnId="{F3F5A0CB-03C1-4A98-AAD6-FE7849837AF1}">
      <dgm:prSet/>
      <dgm:spPr/>
      <dgm:t>
        <a:bodyPr/>
        <a:lstStyle/>
        <a:p>
          <a:endParaRPr lang="fr-FR"/>
        </a:p>
      </dgm:t>
    </dgm:pt>
    <dgm:pt modelId="{584AA12E-B014-46F4-87E2-F5175C7F584A}" type="sibTrans" cxnId="{F3F5A0CB-03C1-4A98-AAD6-FE7849837AF1}">
      <dgm:prSet/>
      <dgm:spPr/>
      <dgm:t>
        <a:bodyPr/>
        <a:lstStyle/>
        <a:p>
          <a:endParaRPr lang="fr-FR"/>
        </a:p>
      </dgm:t>
    </dgm:pt>
    <dgm:pt modelId="{4CE503D9-F660-46D0-86C3-11D61BCF0518}">
      <dgm:prSet phldrT="[Texte]" custT="1"/>
      <dgm:spPr/>
      <dgm:t>
        <a:bodyPr/>
        <a:lstStyle/>
        <a:p>
          <a:pPr algn="l"/>
          <a:endParaRPr lang="fr-FR" sz="1400" dirty="0"/>
        </a:p>
      </dgm:t>
    </dgm:pt>
    <dgm:pt modelId="{0EE28C5D-F70A-4B47-A935-7A4FB1FCFC22}" type="parTrans" cxnId="{EE6306F2-B790-4965-A19E-6F681826CC31}">
      <dgm:prSet/>
      <dgm:spPr/>
      <dgm:t>
        <a:bodyPr/>
        <a:lstStyle/>
        <a:p>
          <a:endParaRPr lang="fr-FR"/>
        </a:p>
      </dgm:t>
    </dgm:pt>
    <dgm:pt modelId="{089BD6A9-BEF0-4E37-983E-37BA288DE8EC}" type="sibTrans" cxnId="{EE6306F2-B790-4965-A19E-6F681826CC31}">
      <dgm:prSet/>
      <dgm:spPr/>
      <dgm:t>
        <a:bodyPr/>
        <a:lstStyle/>
        <a:p>
          <a:endParaRPr lang="fr-FR"/>
        </a:p>
      </dgm:t>
    </dgm:pt>
    <dgm:pt modelId="{72481362-33DE-40BB-8328-FB90092A43C3}">
      <dgm:prSet phldrT="[Texte]" custT="1"/>
      <dgm:spPr/>
      <dgm:t>
        <a:bodyPr/>
        <a:lstStyle/>
        <a:p>
          <a:pPr algn="l"/>
          <a:r>
            <a:rPr lang="fr-FR" sz="1400" b="1" dirty="0"/>
            <a:t>Comprendre le score, justifier la décision</a:t>
          </a:r>
          <a:endParaRPr lang="fr-FR" sz="1400" dirty="0"/>
        </a:p>
      </dgm:t>
    </dgm:pt>
    <dgm:pt modelId="{E0B44594-7B41-43FD-9856-5ABF77C58DB4}" type="parTrans" cxnId="{7082A9D9-D97D-41E8-9646-19EBED962B00}">
      <dgm:prSet/>
      <dgm:spPr/>
      <dgm:t>
        <a:bodyPr/>
        <a:lstStyle/>
        <a:p>
          <a:endParaRPr lang="fr-FR"/>
        </a:p>
      </dgm:t>
    </dgm:pt>
    <dgm:pt modelId="{7005991E-68C1-4899-9FA9-45BDAC50316A}" type="sibTrans" cxnId="{7082A9D9-D97D-41E8-9646-19EBED962B00}">
      <dgm:prSet/>
      <dgm:spPr/>
      <dgm:t>
        <a:bodyPr/>
        <a:lstStyle/>
        <a:p>
          <a:endParaRPr lang="fr-FR"/>
        </a:p>
      </dgm:t>
    </dgm:pt>
    <dgm:pt modelId="{44799A0E-F3CC-4D56-973D-209E51E13F3C}">
      <dgm:prSet phldrT="[Texte]" custT="1"/>
      <dgm:spPr/>
      <dgm:t>
        <a:bodyPr/>
        <a:lstStyle/>
        <a:p>
          <a:r>
            <a:rPr lang="fr-FR" sz="1400" b="1" dirty="0"/>
            <a:t>Contextualiser les caractéristiques du client</a:t>
          </a:r>
          <a:endParaRPr lang="fr-FR" sz="1400" dirty="0"/>
        </a:p>
      </dgm:t>
    </dgm:pt>
    <dgm:pt modelId="{F16053FF-40CF-42A2-9F60-1885F591F1BD}" type="parTrans" cxnId="{F068EB05-2DCC-44AB-BF1E-B2981C02B721}">
      <dgm:prSet/>
      <dgm:spPr/>
      <dgm:t>
        <a:bodyPr/>
        <a:lstStyle/>
        <a:p>
          <a:endParaRPr lang="fr-FR"/>
        </a:p>
      </dgm:t>
    </dgm:pt>
    <dgm:pt modelId="{11DC8208-58E4-4BAF-B4C3-0ED13EFEFA43}" type="sibTrans" cxnId="{F068EB05-2DCC-44AB-BF1E-B2981C02B721}">
      <dgm:prSet/>
      <dgm:spPr/>
      <dgm:t>
        <a:bodyPr/>
        <a:lstStyle/>
        <a:p>
          <a:endParaRPr lang="fr-FR"/>
        </a:p>
      </dgm:t>
    </dgm:pt>
    <dgm:pt modelId="{90CB20BC-A05A-417E-A84C-41C8AA59833B}">
      <dgm:prSet phldrT="[Texte]" custT="1"/>
      <dgm:spPr/>
      <dgm:t>
        <a:bodyPr/>
        <a:lstStyle/>
        <a:p>
          <a:endParaRPr lang="fr-FR" sz="1400" dirty="0"/>
        </a:p>
      </dgm:t>
    </dgm:pt>
    <dgm:pt modelId="{2E1497B1-8AEF-42FE-A8DD-4ED76F635198}" type="parTrans" cxnId="{C049C487-4615-4E73-9442-3C30BF9BE7B4}">
      <dgm:prSet/>
      <dgm:spPr/>
      <dgm:t>
        <a:bodyPr/>
        <a:lstStyle/>
        <a:p>
          <a:endParaRPr lang="fr-FR"/>
        </a:p>
      </dgm:t>
    </dgm:pt>
    <dgm:pt modelId="{DECF5CDB-66A6-427A-A9EB-795FE0BE37F6}" type="sibTrans" cxnId="{C049C487-4615-4E73-9442-3C30BF9BE7B4}">
      <dgm:prSet/>
      <dgm:spPr/>
      <dgm:t>
        <a:bodyPr/>
        <a:lstStyle/>
        <a:p>
          <a:endParaRPr lang="fr-FR"/>
        </a:p>
      </dgm:t>
    </dgm:pt>
    <dgm:pt modelId="{2E040817-3672-43E4-AB86-49F3E42B57E1}">
      <dgm:prSet phldrT="[Texte]" custT="1"/>
      <dgm:spPr/>
      <dgm:t>
        <a:bodyPr/>
        <a:lstStyle/>
        <a:p>
          <a:r>
            <a:rPr lang="fr-FR" sz="1400" dirty="0"/>
            <a:t>Valeur du client</a:t>
          </a:r>
        </a:p>
      </dgm:t>
    </dgm:pt>
    <dgm:pt modelId="{AD6D6040-9F92-4D44-97A6-9D9185CCE9BD}" type="parTrans" cxnId="{32E27E54-E4D8-4B18-AF2E-D3847C3F578D}">
      <dgm:prSet/>
      <dgm:spPr/>
      <dgm:t>
        <a:bodyPr/>
        <a:lstStyle/>
        <a:p>
          <a:endParaRPr lang="fr-FR"/>
        </a:p>
      </dgm:t>
    </dgm:pt>
    <dgm:pt modelId="{4B69B739-B795-4CBC-AD4B-DEF8CC1F5EAB}" type="sibTrans" cxnId="{32E27E54-E4D8-4B18-AF2E-D3847C3F578D}">
      <dgm:prSet/>
      <dgm:spPr/>
      <dgm:t>
        <a:bodyPr/>
        <a:lstStyle/>
        <a:p>
          <a:endParaRPr lang="fr-FR"/>
        </a:p>
      </dgm:t>
    </dgm:pt>
    <dgm:pt modelId="{54DDA602-E354-443D-8BD5-20DEF1D9C2A4}">
      <dgm:prSet phldrT="[Texte]" custT="1"/>
      <dgm:spPr/>
      <dgm:t>
        <a:bodyPr/>
        <a:lstStyle/>
        <a:p>
          <a:r>
            <a:rPr lang="fr-FR" sz="1400" dirty="0"/>
            <a:t>Position par rapport à la distribution globale</a:t>
          </a:r>
        </a:p>
      </dgm:t>
    </dgm:pt>
    <dgm:pt modelId="{DD6558D4-8937-43D6-942C-1946D6155DF0}" type="parTrans" cxnId="{83E16E55-48D2-41B1-9FA0-5ECC1EBBCE7F}">
      <dgm:prSet/>
      <dgm:spPr/>
      <dgm:t>
        <a:bodyPr/>
        <a:lstStyle/>
        <a:p>
          <a:endParaRPr lang="fr-FR"/>
        </a:p>
      </dgm:t>
    </dgm:pt>
    <dgm:pt modelId="{4446514B-127B-4808-9218-9DADB513EFED}" type="sibTrans" cxnId="{83E16E55-48D2-41B1-9FA0-5ECC1EBBCE7F}">
      <dgm:prSet/>
      <dgm:spPr/>
      <dgm:t>
        <a:bodyPr/>
        <a:lstStyle/>
        <a:p>
          <a:endParaRPr lang="fr-FR"/>
        </a:p>
      </dgm:t>
    </dgm:pt>
    <dgm:pt modelId="{AA84665A-2ECC-441F-BBD9-6300DACD7609}">
      <dgm:prSet phldrT="[Texte]" custT="1"/>
      <dgm:spPr/>
      <dgm:t>
        <a:bodyPr/>
        <a:lstStyle/>
        <a:p>
          <a:pPr algn="l"/>
          <a:endParaRPr lang="fr-FR" sz="1400" dirty="0"/>
        </a:p>
      </dgm:t>
    </dgm:pt>
    <dgm:pt modelId="{6DE52503-43D9-48FB-8D58-B071278FF499}" type="parTrans" cxnId="{BF9DDFCC-0CEB-4ECF-8CE2-D0122C05431B}">
      <dgm:prSet/>
      <dgm:spPr/>
      <dgm:t>
        <a:bodyPr/>
        <a:lstStyle/>
        <a:p>
          <a:endParaRPr lang="fr-FR"/>
        </a:p>
      </dgm:t>
    </dgm:pt>
    <dgm:pt modelId="{6ABDE30A-1E01-4606-A36A-E887B5C977AD}" type="sibTrans" cxnId="{BF9DDFCC-0CEB-4ECF-8CE2-D0122C05431B}">
      <dgm:prSet/>
      <dgm:spPr/>
      <dgm:t>
        <a:bodyPr/>
        <a:lstStyle/>
        <a:p>
          <a:endParaRPr lang="fr-FR"/>
        </a:p>
      </dgm:t>
    </dgm:pt>
    <dgm:pt modelId="{5223CC59-9B71-4525-B449-AC946486E440}">
      <dgm:prSet phldrT="[Texte]" custT="1"/>
      <dgm:spPr/>
      <dgm:t>
        <a:bodyPr/>
        <a:lstStyle/>
        <a:p>
          <a:pPr algn="l"/>
          <a:endParaRPr lang="fr-FR" sz="1400" dirty="0"/>
        </a:p>
      </dgm:t>
    </dgm:pt>
    <dgm:pt modelId="{D4E95230-EB9B-4B7E-A2A4-D11B61340C18}" type="parTrans" cxnId="{B59AD6AF-E117-4E35-BAD2-698A36038EFB}">
      <dgm:prSet/>
      <dgm:spPr/>
      <dgm:t>
        <a:bodyPr/>
        <a:lstStyle/>
        <a:p>
          <a:endParaRPr lang="fr-FR"/>
        </a:p>
      </dgm:t>
    </dgm:pt>
    <dgm:pt modelId="{4DC0E52B-F6FB-462C-A8ED-B0551961CDDA}" type="sibTrans" cxnId="{B59AD6AF-E117-4E35-BAD2-698A36038EFB}">
      <dgm:prSet/>
      <dgm:spPr/>
      <dgm:t>
        <a:bodyPr/>
        <a:lstStyle/>
        <a:p>
          <a:endParaRPr lang="fr-FR"/>
        </a:p>
      </dgm:t>
    </dgm:pt>
    <dgm:pt modelId="{7D95B250-1E8B-4284-82A0-D6937686BCE0}">
      <dgm:prSet phldrT="[Texte]" custT="1"/>
      <dgm:spPr/>
      <dgm:t>
        <a:bodyPr/>
        <a:lstStyle/>
        <a:p>
          <a:pPr algn="l"/>
          <a:endParaRPr lang="fr-FR" sz="1400" dirty="0"/>
        </a:p>
      </dgm:t>
    </dgm:pt>
    <dgm:pt modelId="{234AE86E-31EA-4388-920A-EFD7C25EB52E}" type="parTrans" cxnId="{DE28BC62-BDC7-4620-B824-BD6D9604909C}">
      <dgm:prSet/>
      <dgm:spPr/>
      <dgm:t>
        <a:bodyPr/>
        <a:lstStyle/>
        <a:p>
          <a:endParaRPr lang="fr-FR"/>
        </a:p>
      </dgm:t>
    </dgm:pt>
    <dgm:pt modelId="{FD9F1777-1E59-48C7-8ECA-3880E765EA65}" type="sibTrans" cxnId="{DE28BC62-BDC7-4620-B824-BD6D9604909C}">
      <dgm:prSet/>
      <dgm:spPr/>
      <dgm:t>
        <a:bodyPr/>
        <a:lstStyle/>
        <a:p>
          <a:endParaRPr lang="fr-FR"/>
        </a:p>
      </dgm:t>
    </dgm:pt>
    <dgm:pt modelId="{E450C118-1BA0-4B70-8271-68F1FC0941BD}">
      <dgm:prSet phldrT="[Texte]" custT="1"/>
      <dgm:spPr/>
      <dgm:t>
        <a:bodyPr/>
        <a:lstStyle/>
        <a:p>
          <a:pPr algn="l"/>
          <a:endParaRPr lang="fr-FR" sz="1400" dirty="0"/>
        </a:p>
      </dgm:t>
    </dgm:pt>
    <dgm:pt modelId="{920C6B4F-A7ED-4573-B704-945C45B0FC05}" type="parTrans" cxnId="{8A19B3EA-7AEE-421C-815C-EDA145DB8249}">
      <dgm:prSet/>
      <dgm:spPr/>
      <dgm:t>
        <a:bodyPr/>
        <a:lstStyle/>
        <a:p>
          <a:endParaRPr lang="fr-FR"/>
        </a:p>
      </dgm:t>
    </dgm:pt>
    <dgm:pt modelId="{61FD159D-D8B8-4A92-B220-EA5E7EB9EB5E}" type="sibTrans" cxnId="{8A19B3EA-7AEE-421C-815C-EDA145DB8249}">
      <dgm:prSet/>
      <dgm:spPr/>
      <dgm:t>
        <a:bodyPr/>
        <a:lstStyle/>
        <a:p>
          <a:endParaRPr lang="fr-FR"/>
        </a:p>
      </dgm:t>
    </dgm:pt>
    <dgm:pt modelId="{385B964B-6C02-4346-940F-3F847C3EF696}">
      <dgm:prSet phldrT="[Texte]" custT="1"/>
      <dgm:spPr/>
      <dgm:t>
        <a:bodyPr/>
        <a:lstStyle/>
        <a:p>
          <a:pPr algn="l"/>
          <a:endParaRPr lang="fr-FR" sz="1400" dirty="0"/>
        </a:p>
      </dgm:t>
    </dgm:pt>
    <dgm:pt modelId="{2AFC7F9C-95AD-43DF-BA48-72E3E5AFCC36}" type="parTrans" cxnId="{7A9D38F7-D419-4757-B375-60DECE5B4A4B}">
      <dgm:prSet/>
      <dgm:spPr/>
      <dgm:t>
        <a:bodyPr/>
        <a:lstStyle/>
        <a:p>
          <a:endParaRPr lang="fr-FR"/>
        </a:p>
      </dgm:t>
    </dgm:pt>
    <dgm:pt modelId="{8D2E5CAF-34AB-4144-96E6-FF68E969080F}" type="sibTrans" cxnId="{7A9D38F7-D419-4757-B375-60DECE5B4A4B}">
      <dgm:prSet/>
      <dgm:spPr/>
      <dgm:t>
        <a:bodyPr/>
        <a:lstStyle/>
        <a:p>
          <a:endParaRPr lang="fr-FR"/>
        </a:p>
      </dgm:t>
    </dgm:pt>
    <dgm:pt modelId="{9437A921-CF6D-4113-BE4E-736624035AAD}">
      <dgm:prSet phldrT="[Texte]" custT="1"/>
      <dgm:spPr/>
      <dgm:t>
        <a:bodyPr/>
        <a:lstStyle/>
        <a:p>
          <a:r>
            <a:rPr lang="fr-FR" sz="1400" b="1" dirty="0"/>
            <a:t>Tester des scénarios</a:t>
          </a:r>
          <a:endParaRPr lang="fr-FR" sz="1400" dirty="0"/>
        </a:p>
      </dgm:t>
    </dgm:pt>
    <dgm:pt modelId="{380E6699-D34B-46A8-8160-10F24BBFC28C}" type="parTrans" cxnId="{9636A181-AF08-4449-81B6-63385CA1F4BE}">
      <dgm:prSet/>
      <dgm:spPr/>
      <dgm:t>
        <a:bodyPr/>
        <a:lstStyle/>
        <a:p>
          <a:endParaRPr lang="fr-FR"/>
        </a:p>
      </dgm:t>
    </dgm:pt>
    <dgm:pt modelId="{44750E4A-6463-4B68-9086-F18D2B6378E3}" type="sibTrans" cxnId="{9636A181-AF08-4449-81B6-63385CA1F4BE}">
      <dgm:prSet/>
      <dgm:spPr/>
      <dgm:t>
        <a:bodyPr/>
        <a:lstStyle/>
        <a:p>
          <a:endParaRPr lang="fr-FR"/>
        </a:p>
      </dgm:t>
    </dgm:pt>
    <dgm:pt modelId="{DC223914-E934-4829-A997-D4330A7F95D2}">
      <dgm:prSet phldrT="[Texte]" custT="1"/>
      <dgm:spPr/>
      <dgm:t>
        <a:bodyPr/>
        <a:lstStyle/>
        <a:p>
          <a:endParaRPr lang="fr-FR" sz="1400" dirty="0"/>
        </a:p>
      </dgm:t>
    </dgm:pt>
    <dgm:pt modelId="{126A66A7-6B7B-4CA6-A54C-834D6D3AE588}" type="parTrans" cxnId="{921F0080-7FCE-4949-B838-414200059BDC}">
      <dgm:prSet/>
      <dgm:spPr/>
      <dgm:t>
        <a:bodyPr/>
        <a:lstStyle/>
        <a:p>
          <a:endParaRPr lang="fr-FR"/>
        </a:p>
      </dgm:t>
    </dgm:pt>
    <dgm:pt modelId="{F3B6AE7B-78C2-47B5-8CA2-F366F5D0BF74}" type="sibTrans" cxnId="{921F0080-7FCE-4949-B838-414200059BDC}">
      <dgm:prSet/>
      <dgm:spPr/>
      <dgm:t>
        <a:bodyPr/>
        <a:lstStyle/>
        <a:p>
          <a:endParaRPr lang="fr-FR"/>
        </a:p>
      </dgm:t>
    </dgm:pt>
    <dgm:pt modelId="{2B30BC7A-51D1-4DC0-9C8D-71728D2C5552}">
      <dgm:prSet phldrT="[Texte]" custT="1"/>
      <dgm:spPr/>
      <dgm:t>
        <a:bodyPr/>
        <a:lstStyle/>
        <a:p>
          <a:endParaRPr lang="fr-FR" sz="1400" dirty="0"/>
        </a:p>
      </dgm:t>
    </dgm:pt>
    <dgm:pt modelId="{04BE4AD7-24C7-4EAA-93F2-717CAEA70D07}" type="parTrans" cxnId="{A20CE149-F63D-4974-8C00-8E4397F104E7}">
      <dgm:prSet/>
      <dgm:spPr/>
      <dgm:t>
        <a:bodyPr/>
        <a:lstStyle/>
        <a:p>
          <a:endParaRPr lang="fr-FR"/>
        </a:p>
      </dgm:t>
    </dgm:pt>
    <dgm:pt modelId="{AFD51CCA-3AE9-4F38-B166-4676A30BDA5F}" type="sibTrans" cxnId="{A20CE149-F63D-4974-8C00-8E4397F104E7}">
      <dgm:prSet/>
      <dgm:spPr/>
      <dgm:t>
        <a:bodyPr/>
        <a:lstStyle/>
        <a:p>
          <a:endParaRPr lang="fr-FR"/>
        </a:p>
      </dgm:t>
    </dgm:pt>
    <dgm:pt modelId="{008DDF34-343A-44B9-9329-F38E7180A802}">
      <dgm:prSet phldrT="[Texte]" custT="1"/>
      <dgm:spPr/>
      <dgm:t>
        <a:bodyPr/>
        <a:lstStyle/>
        <a:p>
          <a:endParaRPr lang="fr-FR" sz="1400" dirty="0"/>
        </a:p>
      </dgm:t>
    </dgm:pt>
    <dgm:pt modelId="{3A280179-6357-4B2E-8E38-3938FF3AC058}" type="parTrans" cxnId="{85105573-D3E5-45B4-831F-68EF69FD4006}">
      <dgm:prSet/>
      <dgm:spPr/>
      <dgm:t>
        <a:bodyPr/>
        <a:lstStyle/>
        <a:p>
          <a:endParaRPr lang="fr-FR"/>
        </a:p>
      </dgm:t>
    </dgm:pt>
    <dgm:pt modelId="{B894FB21-9F3D-453C-87C7-A9A8BAD30900}" type="sibTrans" cxnId="{85105573-D3E5-45B4-831F-68EF69FD4006}">
      <dgm:prSet/>
      <dgm:spPr/>
      <dgm:t>
        <a:bodyPr/>
        <a:lstStyle/>
        <a:p>
          <a:endParaRPr lang="fr-FR"/>
        </a:p>
      </dgm:t>
    </dgm:pt>
    <dgm:pt modelId="{923CC1C8-181B-4F2F-9830-8A885194D629}">
      <dgm:prSet phldrT="[Texte]" custT="1"/>
      <dgm:spPr/>
      <dgm:t>
        <a:bodyPr/>
        <a:lstStyle/>
        <a:p>
          <a:endParaRPr lang="fr-FR" sz="1400" dirty="0"/>
        </a:p>
      </dgm:t>
    </dgm:pt>
    <dgm:pt modelId="{B93EDA95-92CA-4068-9019-5BEBC7E4AA11}" type="parTrans" cxnId="{D4E2EF27-305E-4421-9F17-54211F6AA002}">
      <dgm:prSet/>
      <dgm:spPr/>
      <dgm:t>
        <a:bodyPr/>
        <a:lstStyle/>
        <a:p>
          <a:endParaRPr lang="fr-FR"/>
        </a:p>
      </dgm:t>
    </dgm:pt>
    <dgm:pt modelId="{88A25719-CA22-40FB-B83D-BB770AB21D1D}" type="sibTrans" cxnId="{D4E2EF27-305E-4421-9F17-54211F6AA002}">
      <dgm:prSet/>
      <dgm:spPr/>
      <dgm:t>
        <a:bodyPr/>
        <a:lstStyle/>
        <a:p>
          <a:endParaRPr lang="fr-FR"/>
        </a:p>
      </dgm:t>
    </dgm:pt>
    <dgm:pt modelId="{422153F7-D7CB-4969-8DA4-8366606A4AAD}">
      <dgm:prSet phldrT="[Texte]" custT="1"/>
      <dgm:spPr/>
      <dgm:t>
        <a:bodyPr/>
        <a:lstStyle/>
        <a:p>
          <a:endParaRPr lang="fr-FR" sz="1400" dirty="0"/>
        </a:p>
      </dgm:t>
    </dgm:pt>
    <dgm:pt modelId="{FA6B5373-C0C2-4E43-8F3E-B9D6DB3D11A1}" type="parTrans" cxnId="{96A041B0-0E8F-41E3-A7B9-CA8DB1AE128C}">
      <dgm:prSet/>
      <dgm:spPr/>
      <dgm:t>
        <a:bodyPr/>
        <a:lstStyle/>
        <a:p>
          <a:endParaRPr lang="fr-FR"/>
        </a:p>
      </dgm:t>
    </dgm:pt>
    <dgm:pt modelId="{AE207950-1B74-48BB-A6C2-822B09277C1D}" type="sibTrans" cxnId="{96A041B0-0E8F-41E3-A7B9-CA8DB1AE128C}">
      <dgm:prSet/>
      <dgm:spPr/>
      <dgm:t>
        <a:bodyPr/>
        <a:lstStyle/>
        <a:p>
          <a:endParaRPr lang="fr-FR"/>
        </a:p>
      </dgm:t>
    </dgm:pt>
    <dgm:pt modelId="{72E16D4F-AEA0-408E-8D54-DA8378FC72B9}">
      <dgm:prSet phldrT="[Texte]" custT="1"/>
      <dgm:spPr/>
      <dgm:t>
        <a:bodyPr/>
        <a:lstStyle/>
        <a:p>
          <a:endParaRPr lang="fr-FR" sz="1400" dirty="0"/>
        </a:p>
      </dgm:t>
    </dgm:pt>
    <dgm:pt modelId="{71B9B318-321E-4678-A96A-067159367683}" type="parTrans" cxnId="{FE70A5B0-5C05-4F65-BE66-762AB452ACAA}">
      <dgm:prSet/>
      <dgm:spPr/>
      <dgm:t>
        <a:bodyPr/>
        <a:lstStyle/>
        <a:p>
          <a:endParaRPr lang="fr-FR"/>
        </a:p>
      </dgm:t>
    </dgm:pt>
    <dgm:pt modelId="{67850CBB-FDA7-4352-B84B-A451DD5912B0}" type="sibTrans" cxnId="{FE70A5B0-5C05-4F65-BE66-762AB452ACAA}">
      <dgm:prSet/>
      <dgm:spPr/>
      <dgm:t>
        <a:bodyPr/>
        <a:lstStyle/>
        <a:p>
          <a:endParaRPr lang="fr-FR"/>
        </a:p>
      </dgm:t>
    </dgm:pt>
    <dgm:pt modelId="{789C6232-90FA-49AC-87CF-EB64A0DAB97C}" type="pres">
      <dgm:prSet presAssocID="{2C54EA95-C5F4-422E-A495-1DA8986285D6}" presName="Name0" presStyleCnt="0">
        <dgm:presLayoutVars>
          <dgm:dir/>
          <dgm:animLvl val="lvl"/>
          <dgm:resizeHandles val="exact"/>
        </dgm:presLayoutVars>
      </dgm:prSet>
      <dgm:spPr/>
    </dgm:pt>
    <dgm:pt modelId="{9AE6419A-8D03-4CF6-8EB6-00F9C5E11FF4}" type="pres">
      <dgm:prSet presAssocID="{62FF8379-902E-483F-B234-C5EFFCB83055}" presName="composite" presStyleCnt="0"/>
      <dgm:spPr/>
    </dgm:pt>
    <dgm:pt modelId="{DEFCEA52-B908-42FF-9C95-C9BFA99CE4FC}" type="pres">
      <dgm:prSet presAssocID="{62FF8379-902E-483F-B234-C5EFFCB83055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E6F79FEE-FB18-4217-9535-843CC9AEA836}" type="pres">
      <dgm:prSet presAssocID="{62FF8379-902E-483F-B234-C5EFFCB83055}" presName="desTx" presStyleLbl="alignAccFollowNode1" presStyleIdx="0" presStyleCnt="5">
        <dgm:presLayoutVars>
          <dgm:bulletEnabled val="1"/>
        </dgm:presLayoutVars>
      </dgm:prSet>
      <dgm:spPr/>
    </dgm:pt>
    <dgm:pt modelId="{BEBD36AF-81D5-4D22-8CA3-EC9AB21B0878}" type="pres">
      <dgm:prSet presAssocID="{70BE5AAC-9061-40C5-9E4A-59EB394E3539}" presName="space" presStyleCnt="0"/>
      <dgm:spPr/>
    </dgm:pt>
    <dgm:pt modelId="{9ED03A43-BA43-431C-8BDA-68806652AD8E}" type="pres">
      <dgm:prSet presAssocID="{32F6E82F-977B-4153-8732-0A8DD23F984A}" presName="composite" presStyleCnt="0"/>
      <dgm:spPr/>
    </dgm:pt>
    <dgm:pt modelId="{C927F9F1-3EC8-48E2-95DC-F946824DEB0D}" type="pres">
      <dgm:prSet presAssocID="{32F6E82F-977B-4153-8732-0A8DD23F984A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E5234E37-730F-48BA-82D6-4347C6119D78}" type="pres">
      <dgm:prSet presAssocID="{32F6E82F-977B-4153-8732-0A8DD23F984A}" presName="desTx" presStyleLbl="alignAccFollowNode1" presStyleIdx="1" presStyleCnt="5">
        <dgm:presLayoutVars>
          <dgm:bulletEnabled val="1"/>
        </dgm:presLayoutVars>
      </dgm:prSet>
      <dgm:spPr/>
    </dgm:pt>
    <dgm:pt modelId="{A7138DEB-6C4B-4658-9DB9-7AE4B648E4DA}" type="pres">
      <dgm:prSet presAssocID="{197FA829-3049-496D-A803-AFAB7FFE53B3}" presName="space" presStyleCnt="0"/>
      <dgm:spPr/>
    </dgm:pt>
    <dgm:pt modelId="{F361B135-B997-4D00-8961-03D9497899AF}" type="pres">
      <dgm:prSet presAssocID="{F6662118-04FD-4519-8ECE-7F06E0FC4A1F}" presName="composite" presStyleCnt="0"/>
      <dgm:spPr/>
    </dgm:pt>
    <dgm:pt modelId="{EC0512D1-C351-441A-95A7-EFCAEE02D52F}" type="pres">
      <dgm:prSet presAssocID="{F6662118-04FD-4519-8ECE-7F06E0FC4A1F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F6EE0DE2-4458-43C8-AE48-F96D901ACE2E}" type="pres">
      <dgm:prSet presAssocID="{F6662118-04FD-4519-8ECE-7F06E0FC4A1F}" presName="desTx" presStyleLbl="alignAccFollowNode1" presStyleIdx="2" presStyleCnt="5">
        <dgm:presLayoutVars>
          <dgm:bulletEnabled val="1"/>
        </dgm:presLayoutVars>
      </dgm:prSet>
      <dgm:spPr/>
    </dgm:pt>
    <dgm:pt modelId="{F2023CD4-59FB-478E-AA01-296B48D54296}" type="pres">
      <dgm:prSet presAssocID="{A4519AED-FB9E-4D4C-A895-62B5ED06D02B}" presName="space" presStyleCnt="0"/>
      <dgm:spPr/>
    </dgm:pt>
    <dgm:pt modelId="{9C277A97-7447-4D06-B63C-5EADA1F8AA3C}" type="pres">
      <dgm:prSet presAssocID="{1E42C390-A061-482A-8308-6568322B67E1}" presName="composite" presStyleCnt="0"/>
      <dgm:spPr/>
    </dgm:pt>
    <dgm:pt modelId="{89B8A535-CADB-4C18-BE1E-AC94DDB291AB}" type="pres">
      <dgm:prSet presAssocID="{1E42C390-A061-482A-8308-6568322B67E1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42B8DB2E-5013-4934-9C15-807AD20ABE60}" type="pres">
      <dgm:prSet presAssocID="{1E42C390-A061-482A-8308-6568322B67E1}" presName="desTx" presStyleLbl="alignAccFollowNode1" presStyleIdx="3" presStyleCnt="5">
        <dgm:presLayoutVars>
          <dgm:bulletEnabled val="1"/>
        </dgm:presLayoutVars>
      </dgm:prSet>
      <dgm:spPr/>
    </dgm:pt>
    <dgm:pt modelId="{950FC781-6ACF-4C39-8450-2F317270DE81}" type="pres">
      <dgm:prSet presAssocID="{BF999D88-BDED-4413-830F-6B0E9C78389C}" presName="space" presStyleCnt="0"/>
      <dgm:spPr/>
    </dgm:pt>
    <dgm:pt modelId="{3AA11D7E-48D5-4CE6-95E5-53B4FBD2DD98}" type="pres">
      <dgm:prSet presAssocID="{E2421513-1ABD-49A8-B4D4-896B7C8F3C97}" presName="composite" presStyleCnt="0"/>
      <dgm:spPr/>
    </dgm:pt>
    <dgm:pt modelId="{06B98E27-51A3-4624-849E-ADA9BEF50B16}" type="pres">
      <dgm:prSet presAssocID="{E2421513-1ABD-49A8-B4D4-896B7C8F3C97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A1981E43-12E4-4F92-A88B-E198F2DCD473}" type="pres">
      <dgm:prSet presAssocID="{E2421513-1ABD-49A8-B4D4-896B7C8F3C97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D9507C00-FE0B-49BA-AF71-149EFAF22292}" srcId="{F6662118-04FD-4519-8ECE-7F06E0FC4A1F}" destId="{0D4E6206-6351-4C04-A9FB-6F9F3E82E9DE}" srcOrd="0" destOrd="0" parTransId="{B9584A41-88A5-4269-B941-C1931F41785E}" sibTransId="{E7E03ABF-A996-498A-A717-EBB6338D3123}"/>
    <dgm:cxn modelId="{F068EB05-2DCC-44AB-BF1E-B2981C02B721}" srcId="{1E42C390-A061-482A-8308-6568322B67E1}" destId="{44799A0E-F3CC-4D56-973D-209E51E13F3C}" srcOrd="5" destOrd="0" parTransId="{F16053FF-40CF-42A2-9F60-1885F591F1BD}" sibTransId="{11DC8208-58E4-4BAF-B4C3-0ED13EFEFA43}"/>
    <dgm:cxn modelId="{BEC1830F-102B-4F36-8874-13577F0505AB}" type="presOf" srcId="{2C54EA95-C5F4-422E-A495-1DA8986285D6}" destId="{789C6232-90FA-49AC-87CF-EB64A0DAB97C}" srcOrd="0" destOrd="0" presId="urn:microsoft.com/office/officeart/2005/8/layout/hList1"/>
    <dgm:cxn modelId="{7D80A412-F1B1-405E-AE5A-CB5FB3CB483C}" srcId="{2C54EA95-C5F4-422E-A495-1DA8986285D6}" destId="{1E42C390-A061-482A-8308-6568322B67E1}" srcOrd="3" destOrd="0" parTransId="{9CF9C1C5-C094-4843-BE6E-B3C147A8A33A}" sibTransId="{BF999D88-BDED-4413-830F-6B0E9C78389C}"/>
    <dgm:cxn modelId="{2AF99318-D7AF-4813-B556-F48450C3C1BF}" type="presOf" srcId="{008DDF34-343A-44B9-9329-F38E7180A802}" destId="{A1981E43-12E4-4F92-A88B-E198F2DCD473}" srcOrd="0" destOrd="4" presId="urn:microsoft.com/office/officeart/2005/8/layout/hList1"/>
    <dgm:cxn modelId="{DDDCE71D-897F-4F06-B20C-A48E04159846}" type="presOf" srcId="{72481362-33DE-40BB-8328-FB90092A43C3}" destId="{F6EE0DE2-4458-43C8-AE48-F96D901ACE2E}" srcOrd="0" destOrd="6" presId="urn:microsoft.com/office/officeart/2005/8/layout/hList1"/>
    <dgm:cxn modelId="{5BCEE91E-B04E-4B71-80D8-5918917A0887}" type="presOf" srcId="{A793FD0D-282B-441E-8D57-856ED89BA013}" destId="{E6F79FEE-FB18-4217-9535-843CC9AEA836}" srcOrd="0" destOrd="0" presId="urn:microsoft.com/office/officeart/2005/8/layout/hList1"/>
    <dgm:cxn modelId="{D4E2EF27-305E-4421-9F17-54211F6AA002}" srcId="{E2421513-1ABD-49A8-B4D4-896B7C8F3C97}" destId="{923CC1C8-181B-4F2F-9830-8A885194D629}" srcOrd="5" destOrd="0" parTransId="{B93EDA95-92CA-4068-9019-5BEBC7E4AA11}" sibTransId="{88A25719-CA22-40FB-B83D-BB770AB21D1D}"/>
    <dgm:cxn modelId="{691CAD2E-0D3D-41C3-B8A3-831DAD3904E6}" srcId="{32F6E82F-977B-4153-8732-0A8DD23F984A}" destId="{3ED71D0D-C26D-4D9E-9C6E-1826921A55BF}" srcOrd="2" destOrd="0" parTransId="{34EE373B-5C99-47AA-8ADD-5051395942AB}" sibTransId="{36858E99-CFE5-411E-9C7D-051F468F8109}"/>
    <dgm:cxn modelId="{64182D32-8BEB-4119-A88F-5A2AC082C4DD}" type="presOf" srcId="{32592990-48D9-42D6-A71B-BF03EB9D145D}" destId="{E6F79FEE-FB18-4217-9535-843CC9AEA836}" srcOrd="0" destOrd="3" presId="urn:microsoft.com/office/officeart/2005/8/layout/hList1"/>
    <dgm:cxn modelId="{53D0DE40-899E-4969-A446-61403DDD9871}" srcId="{32F6E82F-977B-4153-8732-0A8DD23F984A}" destId="{0D2C3307-023C-41F8-9EA1-A53E2CBEA756}" srcOrd="3" destOrd="0" parTransId="{0A57E8F0-5828-4379-AD44-2C71C37FC50B}" sibTransId="{59A3545E-C1A9-470B-8B84-770020AFBD94}"/>
    <dgm:cxn modelId="{A842B95B-0A5A-42B1-9559-DDD7FFB9A9CC}" type="presOf" srcId="{64A7F65D-0752-4444-9948-417271B82052}" destId="{E6F79FEE-FB18-4217-9535-843CC9AEA836}" srcOrd="0" destOrd="4" presId="urn:microsoft.com/office/officeart/2005/8/layout/hList1"/>
    <dgm:cxn modelId="{0FDDC85C-A6D5-4936-8C90-1FE029C01B17}" type="presOf" srcId="{385B964B-6C02-4346-940F-3F847C3EF696}" destId="{F6EE0DE2-4458-43C8-AE48-F96D901ACE2E}" srcOrd="0" destOrd="5" presId="urn:microsoft.com/office/officeart/2005/8/layout/hList1"/>
    <dgm:cxn modelId="{5AE8FF5F-993C-4CD2-A40B-0D80D65A143E}" type="presOf" srcId="{0D4E6206-6351-4C04-A9FB-6F9F3E82E9DE}" destId="{F6EE0DE2-4458-43C8-AE48-F96D901ACE2E}" srcOrd="0" destOrd="0" presId="urn:microsoft.com/office/officeart/2005/8/layout/hList1"/>
    <dgm:cxn modelId="{F76BC160-09A5-4889-83C7-00E5EF0CFC94}" srcId="{2C54EA95-C5F4-422E-A495-1DA8986285D6}" destId="{E2421513-1ABD-49A8-B4D4-896B7C8F3C97}" srcOrd="4" destOrd="0" parTransId="{37DC4E46-6EB3-415D-9A22-9B461534DF9C}" sibTransId="{96A41790-CADD-418A-8F3E-61E7D30ECCFF}"/>
    <dgm:cxn modelId="{DE28BC62-BDC7-4620-B824-BD6D9604909C}" srcId="{F6662118-04FD-4519-8ECE-7F06E0FC4A1F}" destId="{7D95B250-1E8B-4284-82A0-D6937686BCE0}" srcOrd="3" destOrd="0" parTransId="{234AE86E-31EA-4388-920A-EFD7C25EB52E}" sibTransId="{FD9F1777-1E59-48C7-8ECA-3880E765EA65}"/>
    <dgm:cxn modelId="{798BA463-5534-46FF-ACE5-62A94EE8366C}" type="presOf" srcId="{ADE19847-2092-449C-874B-F1B8E42326B7}" destId="{F6EE0DE2-4458-43C8-AE48-F96D901ACE2E}" srcOrd="0" destOrd="1" presId="urn:microsoft.com/office/officeart/2005/8/layout/hList1"/>
    <dgm:cxn modelId="{D9C7CF67-25BB-45BF-8361-02690B4EAD12}" srcId="{32F6E82F-977B-4153-8732-0A8DD23F984A}" destId="{25428252-507A-4973-91D7-5ED187C287C2}" srcOrd="4" destOrd="0" parTransId="{D9D5A3A9-DF64-43D2-8ADD-038A7A45F656}" sibTransId="{8407E077-57E7-43C7-9E3A-370D1F49279D}"/>
    <dgm:cxn modelId="{5F562D49-3833-4554-AF69-AE74F161192E}" srcId="{62FF8379-902E-483F-B234-C5EFFCB83055}" destId="{64A7F65D-0752-4444-9948-417271B82052}" srcOrd="4" destOrd="0" parTransId="{54589DF1-0BA6-4642-A203-6D6A079A4104}" sibTransId="{0DAD56BD-7157-475F-88F1-50305938CF6D}"/>
    <dgm:cxn modelId="{A20CE149-F63D-4974-8C00-8E4397F104E7}" srcId="{E2421513-1ABD-49A8-B4D4-896B7C8F3C97}" destId="{2B30BC7A-51D1-4DC0-9C8D-71728D2C5552}" srcOrd="3" destOrd="0" parTransId="{04BE4AD7-24C7-4EAA-93F2-717CAEA70D07}" sibTransId="{AFD51CCA-3AE9-4F38-B166-4676A30BDA5F}"/>
    <dgm:cxn modelId="{2947944A-156A-4D1C-B876-866011F3FF16}" type="presOf" srcId="{32F6E82F-977B-4153-8732-0A8DD23F984A}" destId="{C927F9F1-3EC8-48E2-95DC-F946824DEB0D}" srcOrd="0" destOrd="0" presId="urn:microsoft.com/office/officeart/2005/8/layout/hList1"/>
    <dgm:cxn modelId="{DCC8BA4C-5B8A-40E3-8833-EB045E513C57}" srcId="{2C54EA95-C5F4-422E-A495-1DA8986285D6}" destId="{62FF8379-902E-483F-B234-C5EFFCB83055}" srcOrd="0" destOrd="0" parTransId="{ADDF54FD-5CC1-4CFD-A1A3-F8F33BF04942}" sibTransId="{70BE5AAC-9061-40C5-9E4A-59EB394E3539}"/>
    <dgm:cxn modelId="{8B585A6D-88B4-4444-B223-81E1B0400E2C}" type="presOf" srcId="{3ED71D0D-C26D-4D9E-9C6E-1826921A55BF}" destId="{E5234E37-730F-48BA-82D6-4347C6119D78}" srcOrd="0" destOrd="2" presId="urn:microsoft.com/office/officeart/2005/8/layout/hList1"/>
    <dgm:cxn modelId="{08E0914D-147A-4FA6-840E-1B1DD02E222C}" type="presOf" srcId="{2B30BC7A-51D1-4DC0-9C8D-71728D2C5552}" destId="{A1981E43-12E4-4F92-A88B-E198F2DCD473}" srcOrd="0" destOrd="3" presId="urn:microsoft.com/office/officeart/2005/8/layout/hList1"/>
    <dgm:cxn modelId="{C0B7A64E-7823-4806-9F36-698F8C5B04F3}" srcId="{E2421513-1ABD-49A8-B4D4-896B7C8F3C97}" destId="{A89DED96-6329-43F5-9AE1-6378CDDFA948}" srcOrd="1" destOrd="0" parTransId="{E27D67D1-5340-4A96-8A48-FFAD6A307A8C}" sibTransId="{952C2199-E437-4B71-8E77-A9D1A174E88A}"/>
    <dgm:cxn modelId="{E136EE6E-272D-4671-A907-92B20F14281F}" type="presOf" srcId="{E2421513-1ABD-49A8-B4D4-896B7C8F3C97}" destId="{06B98E27-51A3-4624-849E-ADA9BEF50B16}" srcOrd="0" destOrd="0" presId="urn:microsoft.com/office/officeart/2005/8/layout/hList1"/>
    <dgm:cxn modelId="{D76E814F-F4F2-4A23-8A77-EC8D549B43FE}" srcId="{F6662118-04FD-4519-8ECE-7F06E0FC4A1F}" destId="{ADE19847-2092-449C-874B-F1B8E42326B7}" srcOrd="1" destOrd="0" parTransId="{217610ED-F354-4102-90FC-DEEC9AAA8C79}" sibTransId="{5B21BEE2-61A4-43F1-9A1E-65ABC853FF4B}"/>
    <dgm:cxn modelId="{E720DD4F-318D-442B-818C-525962C20D3A}" srcId="{2C54EA95-C5F4-422E-A495-1DA8986285D6}" destId="{32F6E82F-977B-4153-8732-0A8DD23F984A}" srcOrd="1" destOrd="0" parTransId="{220C7A7D-97A7-44B2-A07F-B01A558C02F9}" sibTransId="{197FA829-3049-496D-A803-AFAB7FFE53B3}"/>
    <dgm:cxn modelId="{85105573-D3E5-45B4-831F-68EF69FD4006}" srcId="{E2421513-1ABD-49A8-B4D4-896B7C8F3C97}" destId="{008DDF34-343A-44B9-9329-F38E7180A802}" srcOrd="4" destOrd="0" parTransId="{3A280179-6357-4B2E-8E38-3938FF3AC058}" sibTransId="{B894FB21-9F3D-453C-87C7-A9A8BAD30900}"/>
    <dgm:cxn modelId="{32E27E54-E4D8-4B18-AF2E-D3847C3F578D}" srcId="{1E42C390-A061-482A-8308-6568322B67E1}" destId="{2E040817-3672-43E4-AB86-49F3E42B57E1}" srcOrd="0" destOrd="0" parTransId="{AD6D6040-9F92-4D44-97A6-9D9185CCE9BD}" sibTransId="{4B69B739-B795-4CBC-AD4B-DEF8CC1F5EAB}"/>
    <dgm:cxn modelId="{83E16E55-48D2-41B1-9FA0-5ECC1EBBCE7F}" srcId="{1E42C390-A061-482A-8308-6568322B67E1}" destId="{54DDA602-E354-443D-8BD5-20DEF1D9C2A4}" srcOrd="1" destOrd="0" parTransId="{DD6558D4-8937-43D6-942C-1946D6155DF0}" sibTransId="{4446514B-127B-4808-9218-9DADB513EFED}"/>
    <dgm:cxn modelId="{EA4BBC77-6E88-4049-BC09-1C09CBE638CC}" type="presOf" srcId="{90CB20BC-A05A-417E-A84C-41C8AA59833B}" destId="{42B8DB2E-5013-4934-9C15-807AD20ABE60}" srcOrd="0" destOrd="4" presId="urn:microsoft.com/office/officeart/2005/8/layout/hList1"/>
    <dgm:cxn modelId="{96E72A58-0701-4071-8486-252AA565464E}" srcId="{62FF8379-902E-483F-B234-C5EFFCB83055}" destId="{32592990-48D9-42D6-A71B-BF03EB9D145D}" srcOrd="3" destOrd="0" parTransId="{E532C1FA-5B4D-43C5-B9CB-68679CC844FB}" sibTransId="{0F409829-9621-4F18-8FF0-E6C1BA2B00B0}"/>
    <dgm:cxn modelId="{5B6C6078-3294-402F-BF51-9AAF9553F81F}" srcId="{62FF8379-902E-483F-B234-C5EFFCB83055}" destId="{4D6ECB01-D367-4EBA-B227-73CEC50A536E}" srcOrd="8" destOrd="0" parTransId="{D9FBF7A4-4702-453C-A0E9-279031ECB877}" sibTransId="{0E1605AF-57AC-4616-BB78-8EE444FBE45A}"/>
    <dgm:cxn modelId="{BC502F79-57DA-4CB9-9758-498838DD2FD9}" type="presOf" srcId="{E4700EE0-C187-496D-A2E5-C14AC6BEDDDA}" destId="{E6F79FEE-FB18-4217-9535-843CC9AEA836}" srcOrd="0" destOrd="2" presId="urn:microsoft.com/office/officeart/2005/8/layout/hList1"/>
    <dgm:cxn modelId="{921F0080-7FCE-4949-B838-414200059BDC}" srcId="{E2421513-1ABD-49A8-B4D4-896B7C8F3C97}" destId="{DC223914-E934-4829-A997-D4330A7F95D2}" srcOrd="2" destOrd="0" parTransId="{126A66A7-6B7B-4CA6-A54C-834D6D3AE588}" sibTransId="{F3B6AE7B-78C2-47B5-8CA2-F366F5D0BF74}"/>
    <dgm:cxn modelId="{F1762681-3F22-4DA6-A395-8BC19EA8F531}" type="presOf" srcId="{878CF6C9-8AA4-4D6C-9667-6844D3771D4F}" destId="{42B8DB2E-5013-4934-9C15-807AD20ABE60}" srcOrd="0" destOrd="2" presId="urn:microsoft.com/office/officeart/2005/8/layout/hList1"/>
    <dgm:cxn modelId="{9636A181-AF08-4449-81B6-63385CA1F4BE}" srcId="{E2421513-1ABD-49A8-B4D4-896B7C8F3C97}" destId="{9437A921-CF6D-4113-BE4E-736624035AAD}" srcOrd="7" destOrd="0" parTransId="{380E6699-D34B-46A8-8160-10F24BBFC28C}" sibTransId="{44750E4A-6463-4B68-9086-F18D2B6378E3}"/>
    <dgm:cxn modelId="{C049C487-4615-4E73-9442-3C30BF9BE7B4}" srcId="{1E42C390-A061-482A-8308-6568322B67E1}" destId="{90CB20BC-A05A-417E-A84C-41C8AA59833B}" srcOrd="4" destOrd="0" parTransId="{2E1497B1-8AEF-42FE-A8DD-4ED76F635198}" sibTransId="{DECF5CDB-66A6-427A-A9EB-795FE0BE37F6}"/>
    <dgm:cxn modelId="{53A15F8B-6220-4F6F-BDC9-8FFE741C238B}" srcId="{F6662118-04FD-4519-8ECE-7F06E0FC4A1F}" destId="{62C38B21-C377-4A29-A2D8-C95F6CCDCB21}" srcOrd="2" destOrd="0" parTransId="{CF891445-D5C3-4ACB-8929-BEC1F923961D}" sibTransId="{0D746403-91C0-421E-860A-95468DB24FA0}"/>
    <dgm:cxn modelId="{E25EBD8B-37FC-4E87-B63B-CEE1283AF0D8}" type="presOf" srcId="{2E040817-3672-43E4-AB86-49F3E42B57E1}" destId="{42B8DB2E-5013-4934-9C15-807AD20ABE60}" srcOrd="0" destOrd="0" presId="urn:microsoft.com/office/officeart/2005/8/layout/hList1"/>
    <dgm:cxn modelId="{27595A90-7D60-454D-AB37-7A9BD997825B}" type="presOf" srcId="{73372C4C-7CE3-4F84-BE30-963C72F455F8}" destId="{E6F79FEE-FB18-4217-9535-843CC9AEA836}" srcOrd="0" destOrd="1" presId="urn:microsoft.com/office/officeart/2005/8/layout/hList1"/>
    <dgm:cxn modelId="{1495D191-7D5C-45A0-A841-8140F125726A}" type="presOf" srcId="{4857D20B-1D28-40FC-85DF-CF26C9DB50D3}" destId="{E6F79FEE-FB18-4217-9535-843CC9AEA836}" srcOrd="0" destOrd="7" presId="urn:microsoft.com/office/officeart/2005/8/layout/hList1"/>
    <dgm:cxn modelId="{D5444492-F005-4B2C-B012-990C486303BA}" type="presOf" srcId="{A89DED96-6329-43F5-9AE1-6378CDDFA948}" destId="{A1981E43-12E4-4F92-A88B-E198F2DCD473}" srcOrd="0" destOrd="1" presId="urn:microsoft.com/office/officeart/2005/8/layout/hList1"/>
    <dgm:cxn modelId="{01D9E293-7F26-4011-9638-A31B2993D3D4}" type="presOf" srcId="{13C59637-7992-4CB7-BA8A-0D5ADE83AA1B}" destId="{E5234E37-730F-48BA-82D6-4347C6119D78}" srcOrd="0" destOrd="1" presId="urn:microsoft.com/office/officeart/2005/8/layout/hList1"/>
    <dgm:cxn modelId="{EB62ED94-78A7-48E7-8F15-988BDCE9F129}" type="presOf" srcId="{C4535D63-6F96-4643-989C-64D98717ADB8}" destId="{A1981E43-12E4-4F92-A88B-E198F2DCD473}" srcOrd="0" destOrd="0" presId="urn:microsoft.com/office/officeart/2005/8/layout/hList1"/>
    <dgm:cxn modelId="{03A70697-72AA-4149-B8C1-9F585D2E0A78}" type="presOf" srcId="{0D2C3307-023C-41F8-9EA1-A53E2CBEA756}" destId="{E5234E37-730F-48BA-82D6-4347C6119D78}" srcOrd="0" destOrd="3" presId="urn:microsoft.com/office/officeart/2005/8/layout/hList1"/>
    <dgm:cxn modelId="{0124889B-9FCC-45A9-9182-E31F0794A874}" type="presOf" srcId="{9437A921-CF6D-4113-BE4E-736624035AAD}" destId="{A1981E43-12E4-4F92-A88B-E198F2DCD473}" srcOrd="0" destOrd="7" presId="urn:microsoft.com/office/officeart/2005/8/layout/hList1"/>
    <dgm:cxn modelId="{18FF279E-7C86-48F9-A484-87D3D14E44FD}" type="presOf" srcId="{923CC1C8-181B-4F2F-9830-8A885194D629}" destId="{A1981E43-12E4-4F92-A88B-E198F2DCD473}" srcOrd="0" destOrd="5" presId="urn:microsoft.com/office/officeart/2005/8/layout/hList1"/>
    <dgm:cxn modelId="{1A71B2A1-D63B-4BF5-BB0A-FCC5CADBE146}" srcId="{2C54EA95-C5F4-422E-A495-1DA8986285D6}" destId="{F6662118-04FD-4519-8ECE-7F06E0FC4A1F}" srcOrd="2" destOrd="0" parTransId="{2C9C6361-5024-4BAF-BEF8-183365ADF729}" sibTransId="{A4519AED-FB9E-4D4C-A895-62B5ED06D02B}"/>
    <dgm:cxn modelId="{09D557A4-E215-4A99-8B30-2D6671281E78}" type="presOf" srcId="{1E42C390-A061-482A-8308-6568322B67E1}" destId="{89B8A535-CADB-4C18-BE1E-AC94DDB291AB}" srcOrd="0" destOrd="0" presId="urn:microsoft.com/office/officeart/2005/8/layout/hList1"/>
    <dgm:cxn modelId="{FBB3F9A5-165C-4A0A-9E36-3A973AA61377}" type="presOf" srcId="{F6662118-04FD-4519-8ECE-7F06E0FC4A1F}" destId="{EC0512D1-C351-441A-95A7-EFCAEE02D52F}" srcOrd="0" destOrd="0" presId="urn:microsoft.com/office/officeart/2005/8/layout/hList1"/>
    <dgm:cxn modelId="{27058BA6-AF9C-444A-AF96-2C5A08FEFAB5}" type="presOf" srcId="{44799A0E-F3CC-4D56-973D-209E51E13F3C}" destId="{42B8DB2E-5013-4934-9C15-807AD20ABE60}" srcOrd="0" destOrd="5" presId="urn:microsoft.com/office/officeart/2005/8/layout/hList1"/>
    <dgm:cxn modelId="{AE02D8A9-B898-43B2-834E-0907F3FFCC06}" type="presOf" srcId="{39BA4B63-89B3-4323-9386-56D477E2F490}" destId="{E5234E37-730F-48BA-82D6-4347C6119D78}" srcOrd="0" destOrd="8" presId="urn:microsoft.com/office/officeart/2005/8/layout/hList1"/>
    <dgm:cxn modelId="{63A56CAE-2344-4E3D-A2A7-437275140D93}" type="presOf" srcId="{62FF8379-902E-483F-B234-C5EFFCB83055}" destId="{DEFCEA52-B908-42FF-9C95-C9BFA99CE4FC}" srcOrd="0" destOrd="0" presId="urn:microsoft.com/office/officeart/2005/8/layout/hList1"/>
    <dgm:cxn modelId="{29D0ABAE-558B-425F-851B-9C4DCB7E0756}" srcId="{1E42C390-A061-482A-8308-6568322B67E1}" destId="{878CF6C9-8AA4-4D6C-9667-6844D3771D4F}" srcOrd="2" destOrd="0" parTransId="{6649CDD7-6208-45D9-814D-510DFAF0F53A}" sibTransId="{684D0959-401E-492D-9872-6BAD33EDCC4C}"/>
    <dgm:cxn modelId="{1336D5AF-BF77-4D32-8905-C0E0DCCF010C}" srcId="{62FF8379-902E-483F-B234-C5EFFCB83055}" destId="{A793FD0D-282B-441E-8D57-856ED89BA013}" srcOrd="0" destOrd="0" parTransId="{A7BE01CF-F2AD-41DF-888F-7AB2F0B83141}" sibTransId="{099C0E00-9517-440D-8425-B5FDA832A9D6}"/>
    <dgm:cxn modelId="{B59AD6AF-E117-4E35-BAD2-698A36038EFB}" srcId="{32F6E82F-977B-4153-8732-0A8DD23F984A}" destId="{5223CC59-9B71-4525-B449-AC946486E440}" srcOrd="6" destOrd="0" parTransId="{D4E95230-EB9B-4B7E-A2A4-D11B61340C18}" sibTransId="{4DC0E52B-F6FB-462C-A8ED-B0551961CDDA}"/>
    <dgm:cxn modelId="{96A041B0-0E8F-41E3-A7B9-CA8DB1AE128C}" srcId="{E2421513-1ABD-49A8-B4D4-896B7C8F3C97}" destId="{422153F7-D7CB-4969-8DA4-8366606A4AAD}" srcOrd="6" destOrd="0" parTransId="{FA6B5373-C0C2-4E43-8F3E-B9D6DB3D11A1}" sibTransId="{AE207950-1B74-48BB-A6C2-822B09277C1D}"/>
    <dgm:cxn modelId="{FE70A5B0-5C05-4F65-BE66-762AB452ACAA}" srcId="{1E42C390-A061-482A-8308-6568322B67E1}" destId="{72E16D4F-AEA0-408E-8D54-DA8378FC72B9}" srcOrd="3" destOrd="0" parTransId="{71B9B318-321E-4678-A96A-067159367683}" sibTransId="{67850CBB-FDA7-4352-B84B-A451DD5912B0}"/>
    <dgm:cxn modelId="{22BF01B4-5E58-48BE-A78A-982BECBB5FEF}" type="presOf" srcId="{DC223914-E934-4829-A997-D4330A7F95D2}" destId="{A1981E43-12E4-4F92-A88B-E198F2DCD473}" srcOrd="0" destOrd="2" presId="urn:microsoft.com/office/officeart/2005/8/layout/hList1"/>
    <dgm:cxn modelId="{89630DB9-CE41-4345-BC79-9F3C19AE3FAD}" type="presOf" srcId="{7D95B250-1E8B-4284-82A0-D6937686BCE0}" destId="{F6EE0DE2-4458-43C8-AE48-F96D901ACE2E}" srcOrd="0" destOrd="3" presId="urn:microsoft.com/office/officeart/2005/8/layout/hList1"/>
    <dgm:cxn modelId="{F8C29EBA-BCDD-40A3-9AB4-07933D6B5A6B}" srcId="{62FF8379-902E-483F-B234-C5EFFCB83055}" destId="{73372C4C-7CE3-4F84-BE30-963C72F455F8}" srcOrd="1" destOrd="0" parTransId="{3708A189-E560-448C-8A1E-C7C21E33D3FA}" sibTransId="{0D94FE32-CD72-4D54-8F17-D163680F3AAD}"/>
    <dgm:cxn modelId="{881815BC-1FA7-4805-A12C-7274F6208579}" type="presOf" srcId="{4CE503D9-F660-46D0-86C3-11D61BCF0518}" destId="{E6F79FEE-FB18-4217-9535-843CC9AEA836}" srcOrd="0" destOrd="6" presId="urn:microsoft.com/office/officeart/2005/8/layout/hList1"/>
    <dgm:cxn modelId="{37DBEFBC-CACD-4D22-8011-F2A4DA759DCF}" type="presOf" srcId="{422153F7-D7CB-4969-8DA4-8366606A4AAD}" destId="{A1981E43-12E4-4F92-A88B-E198F2DCD473}" srcOrd="0" destOrd="6" presId="urn:microsoft.com/office/officeart/2005/8/layout/hList1"/>
    <dgm:cxn modelId="{4761A8BF-7F18-4A5C-8B12-B3E26B510225}" type="presOf" srcId="{62C38B21-C377-4A29-A2D8-C95F6CCDCB21}" destId="{F6EE0DE2-4458-43C8-AE48-F96D901ACE2E}" srcOrd="0" destOrd="2" presId="urn:microsoft.com/office/officeart/2005/8/layout/hList1"/>
    <dgm:cxn modelId="{1CCA22C2-660D-481B-95C7-5E1A82E1D891}" type="presOf" srcId="{25428252-507A-4973-91D7-5ED187C287C2}" destId="{E5234E37-730F-48BA-82D6-4347C6119D78}" srcOrd="0" destOrd="4" presId="urn:microsoft.com/office/officeart/2005/8/layout/hList1"/>
    <dgm:cxn modelId="{CFFDD3C3-5DD4-4B25-BAAB-CD2278A88F32}" type="presOf" srcId="{E450C118-1BA0-4B70-8271-68F1FC0941BD}" destId="{F6EE0DE2-4458-43C8-AE48-F96D901ACE2E}" srcOrd="0" destOrd="4" presId="urn:microsoft.com/office/officeart/2005/8/layout/hList1"/>
    <dgm:cxn modelId="{9985E0C6-5EED-489E-BD3C-C4BB80BC9628}" srcId="{32F6E82F-977B-4153-8732-0A8DD23F984A}" destId="{13C59637-7992-4CB7-BA8A-0D5ADE83AA1B}" srcOrd="1" destOrd="0" parTransId="{A7D956D5-09AB-4C72-86F5-D7E511FA67A6}" sibTransId="{EF6AF6C6-0708-4FDA-B409-125E0F577414}"/>
    <dgm:cxn modelId="{233E63C7-49D5-47F2-BC57-026CD8CE77FB}" srcId="{32F6E82F-977B-4153-8732-0A8DD23F984A}" destId="{5E747B62-6DF7-40C0-A11D-4613E82306C6}" srcOrd="7" destOrd="0" parTransId="{A3EFC84B-CFDE-45E7-A01C-539C9DC67DD9}" sibTransId="{FDEF81AC-8091-482A-85C8-40AEADF52E8E}"/>
    <dgm:cxn modelId="{AB1077CA-A930-4229-96BA-85C0E45175AD}" type="presOf" srcId="{E7A68BE6-3030-4F40-A82B-F614BC0454F1}" destId="{E5234E37-730F-48BA-82D6-4347C6119D78}" srcOrd="0" destOrd="0" presId="urn:microsoft.com/office/officeart/2005/8/layout/hList1"/>
    <dgm:cxn modelId="{CF3D12CB-44B4-4835-8683-39AAF131DE16}" srcId="{62FF8379-902E-483F-B234-C5EFFCB83055}" destId="{4857D20B-1D28-40FC-85DF-CF26C9DB50D3}" srcOrd="7" destOrd="0" parTransId="{9663A750-2389-411B-A0DA-8A2C338B287E}" sibTransId="{BF2A7F81-D8D8-4C6F-8B6E-83BBB95D7554}"/>
    <dgm:cxn modelId="{F3F5A0CB-03C1-4A98-AAD6-FE7849837AF1}" srcId="{62FF8379-902E-483F-B234-C5EFFCB83055}" destId="{3FE1F847-AC0F-413E-B667-7596BF92085B}" srcOrd="5" destOrd="0" parTransId="{6B7EAF87-99B1-4896-A35C-2671D98F4BDD}" sibTransId="{584AA12E-B014-46F4-87E2-F5175C7F584A}"/>
    <dgm:cxn modelId="{BF9DDFCC-0CEB-4ECF-8CE2-D0122C05431B}" srcId="{32F6E82F-977B-4153-8732-0A8DD23F984A}" destId="{AA84665A-2ECC-441F-BBD9-6300DACD7609}" srcOrd="5" destOrd="0" parTransId="{6DE52503-43D9-48FB-8D58-B071278FF499}" sibTransId="{6ABDE30A-1E01-4606-A36A-E887B5C977AD}"/>
    <dgm:cxn modelId="{88A135CF-A350-4D6C-8681-1C9BE4598E83}" srcId="{32F6E82F-977B-4153-8732-0A8DD23F984A}" destId="{39BA4B63-89B3-4323-9386-56D477E2F490}" srcOrd="8" destOrd="0" parTransId="{D558535E-C084-4EA2-975F-384D89DCA10D}" sibTransId="{035671F5-866C-4AE5-AB3B-2D65ABF3CE49}"/>
    <dgm:cxn modelId="{48C3CCD5-DC21-49E4-B879-5E0EB1073C2A}" type="presOf" srcId="{5223CC59-9B71-4525-B449-AC946486E440}" destId="{E5234E37-730F-48BA-82D6-4347C6119D78}" srcOrd="0" destOrd="6" presId="urn:microsoft.com/office/officeart/2005/8/layout/hList1"/>
    <dgm:cxn modelId="{7082A9D9-D97D-41E8-9646-19EBED962B00}" srcId="{F6662118-04FD-4519-8ECE-7F06E0FC4A1F}" destId="{72481362-33DE-40BB-8328-FB90092A43C3}" srcOrd="6" destOrd="0" parTransId="{E0B44594-7B41-43FD-9856-5ABF77C58DB4}" sibTransId="{7005991E-68C1-4899-9FA9-45BDAC50316A}"/>
    <dgm:cxn modelId="{D591A6DC-B834-4249-9C7E-FAC1EBFC0269}" srcId="{E2421513-1ABD-49A8-B4D4-896B7C8F3C97}" destId="{C4535D63-6F96-4643-989C-64D98717ADB8}" srcOrd="0" destOrd="0" parTransId="{462D20DA-96E7-4CE7-963D-7B520EEF1D75}" sibTransId="{912B8FDA-4633-40C1-B735-93A5411420A7}"/>
    <dgm:cxn modelId="{7C80EFDC-1DC6-46D0-8457-F40EFA77558C}" type="presOf" srcId="{AA84665A-2ECC-441F-BBD9-6300DACD7609}" destId="{E5234E37-730F-48BA-82D6-4347C6119D78}" srcOrd="0" destOrd="5" presId="urn:microsoft.com/office/officeart/2005/8/layout/hList1"/>
    <dgm:cxn modelId="{678F84DD-D36D-494D-BA7C-28D7C4CCB7BF}" type="presOf" srcId="{3FE1F847-AC0F-413E-B667-7596BF92085B}" destId="{E6F79FEE-FB18-4217-9535-843CC9AEA836}" srcOrd="0" destOrd="5" presId="urn:microsoft.com/office/officeart/2005/8/layout/hList1"/>
    <dgm:cxn modelId="{32066EE1-A422-41AC-B606-18DA12D96C23}" srcId="{62FF8379-902E-483F-B234-C5EFFCB83055}" destId="{E4700EE0-C187-496D-A2E5-C14AC6BEDDDA}" srcOrd="2" destOrd="0" parTransId="{BCC6D3C4-A27F-4BA6-9332-D682A5C1A114}" sibTransId="{DBBEC987-56EE-4399-82D0-DA1AA2A6384C}"/>
    <dgm:cxn modelId="{FF2767EA-8333-4F51-B2C3-0FF529C9B25A}" type="presOf" srcId="{4D6ECB01-D367-4EBA-B227-73CEC50A536E}" destId="{E6F79FEE-FB18-4217-9535-843CC9AEA836}" srcOrd="0" destOrd="8" presId="urn:microsoft.com/office/officeart/2005/8/layout/hList1"/>
    <dgm:cxn modelId="{4F9B8DEA-1984-4915-90EB-6E626619355E}" srcId="{32F6E82F-977B-4153-8732-0A8DD23F984A}" destId="{E7A68BE6-3030-4F40-A82B-F614BC0454F1}" srcOrd="0" destOrd="0" parTransId="{695F3E08-5C7D-4816-AACA-9FD79B85AE3D}" sibTransId="{BB46C7AB-F9D3-47EA-93F0-FB687BC2CD3A}"/>
    <dgm:cxn modelId="{452BA7EA-C444-423C-85BE-EB47185B925D}" type="presOf" srcId="{5E747B62-6DF7-40C0-A11D-4613E82306C6}" destId="{E5234E37-730F-48BA-82D6-4347C6119D78}" srcOrd="0" destOrd="7" presId="urn:microsoft.com/office/officeart/2005/8/layout/hList1"/>
    <dgm:cxn modelId="{8A19B3EA-7AEE-421C-815C-EDA145DB8249}" srcId="{F6662118-04FD-4519-8ECE-7F06E0FC4A1F}" destId="{E450C118-1BA0-4B70-8271-68F1FC0941BD}" srcOrd="4" destOrd="0" parTransId="{920C6B4F-A7ED-4573-B704-945C45B0FC05}" sibTransId="{61FD159D-D8B8-4A92-B220-EA5E7EB9EB5E}"/>
    <dgm:cxn modelId="{D592DBF0-7378-4413-933B-497F325C8881}" type="presOf" srcId="{72E16D4F-AEA0-408E-8D54-DA8378FC72B9}" destId="{42B8DB2E-5013-4934-9C15-807AD20ABE60}" srcOrd="0" destOrd="3" presId="urn:microsoft.com/office/officeart/2005/8/layout/hList1"/>
    <dgm:cxn modelId="{EE6306F2-B790-4965-A19E-6F681826CC31}" srcId="{62FF8379-902E-483F-B234-C5EFFCB83055}" destId="{4CE503D9-F660-46D0-86C3-11D61BCF0518}" srcOrd="6" destOrd="0" parTransId="{0EE28C5D-F70A-4B47-A935-7A4FB1FCFC22}" sibTransId="{089BD6A9-BEF0-4E37-983E-37BA288DE8EC}"/>
    <dgm:cxn modelId="{7A9D38F7-D419-4757-B375-60DECE5B4A4B}" srcId="{F6662118-04FD-4519-8ECE-7F06E0FC4A1F}" destId="{385B964B-6C02-4346-940F-3F847C3EF696}" srcOrd="5" destOrd="0" parTransId="{2AFC7F9C-95AD-43DF-BA48-72E3E5AFCC36}" sibTransId="{8D2E5CAF-34AB-4144-96E6-FF68E969080F}"/>
    <dgm:cxn modelId="{A9FC3FFB-263C-4CC8-82F1-DEF958A99300}" type="presOf" srcId="{54DDA602-E354-443D-8BD5-20DEF1D9C2A4}" destId="{42B8DB2E-5013-4934-9C15-807AD20ABE60}" srcOrd="0" destOrd="1" presId="urn:microsoft.com/office/officeart/2005/8/layout/hList1"/>
    <dgm:cxn modelId="{E690A6B8-FE09-4F36-B53C-857D8152B4B0}" type="presParOf" srcId="{789C6232-90FA-49AC-87CF-EB64A0DAB97C}" destId="{9AE6419A-8D03-4CF6-8EB6-00F9C5E11FF4}" srcOrd="0" destOrd="0" presId="urn:microsoft.com/office/officeart/2005/8/layout/hList1"/>
    <dgm:cxn modelId="{8E39E950-F5B7-4C39-A3FF-CEC196E8133E}" type="presParOf" srcId="{9AE6419A-8D03-4CF6-8EB6-00F9C5E11FF4}" destId="{DEFCEA52-B908-42FF-9C95-C9BFA99CE4FC}" srcOrd="0" destOrd="0" presId="urn:microsoft.com/office/officeart/2005/8/layout/hList1"/>
    <dgm:cxn modelId="{FA2788E1-14CA-4D0B-9B8D-BFE8E3B61230}" type="presParOf" srcId="{9AE6419A-8D03-4CF6-8EB6-00F9C5E11FF4}" destId="{E6F79FEE-FB18-4217-9535-843CC9AEA836}" srcOrd="1" destOrd="0" presId="urn:microsoft.com/office/officeart/2005/8/layout/hList1"/>
    <dgm:cxn modelId="{B0763F2D-8BAA-47A1-B379-B24BE9D02D2D}" type="presParOf" srcId="{789C6232-90FA-49AC-87CF-EB64A0DAB97C}" destId="{BEBD36AF-81D5-4D22-8CA3-EC9AB21B0878}" srcOrd="1" destOrd="0" presId="urn:microsoft.com/office/officeart/2005/8/layout/hList1"/>
    <dgm:cxn modelId="{A8DB6789-7E06-413F-B2AD-CB24EDB08891}" type="presParOf" srcId="{789C6232-90FA-49AC-87CF-EB64A0DAB97C}" destId="{9ED03A43-BA43-431C-8BDA-68806652AD8E}" srcOrd="2" destOrd="0" presId="urn:microsoft.com/office/officeart/2005/8/layout/hList1"/>
    <dgm:cxn modelId="{4E6BE056-B062-4CA8-AB1F-266FBEA4A1CF}" type="presParOf" srcId="{9ED03A43-BA43-431C-8BDA-68806652AD8E}" destId="{C927F9F1-3EC8-48E2-95DC-F946824DEB0D}" srcOrd="0" destOrd="0" presId="urn:microsoft.com/office/officeart/2005/8/layout/hList1"/>
    <dgm:cxn modelId="{1F492596-8E65-464C-8976-E3842B9CC8AB}" type="presParOf" srcId="{9ED03A43-BA43-431C-8BDA-68806652AD8E}" destId="{E5234E37-730F-48BA-82D6-4347C6119D78}" srcOrd="1" destOrd="0" presId="urn:microsoft.com/office/officeart/2005/8/layout/hList1"/>
    <dgm:cxn modelId="{7338EF12-54B7-4E2C-BAA0-0BA26D465FC1}" type="presParOf" srcId="{789C6232-90FA-49AC-87CF-EB64A0DAB97C}" destId="{A7138DEB-6C4B-4658-9DB9-7AE4B648E4DA}" srcOrd="3" destOrd="0" presId="urn:microsoft.com/office/officeart/2005/8/layout/hList1"/>
    <dgm:cxn modelId="{283EB24E-67B1-4B0F-9AAF-0F4DA1A3BEAC}" type="presParOf" srcId="{789C6232-90FA-49AC-87CF-EB64A0DAB97C}" destId="{F361B135-B997-4D00-8961-03D9497899AF}" srcOrd="4" destOrd="0" presId="urn:microsoft.com/office/officeart/2005/8/layout/hList1"/>
    <dgm:cxn modelId="{D7DD2534-9362-4D19-93A6-BAB72CF327C1}" type="presParOf" srcId="{F361B135-B997-4D00-8961-03D9497899AF}" destId="{EC0512D1-C351-441A-95A7-EFCAEE02D52F}" srcOrd="0" destOrd="0" presId="urn:microsoft.com/office/officeart/2005/8/layout/hList1"/>
    <dgm:cxn modelId="{838CD18C-6C4F-4BF8-9C18-2EF2FC85D3FF}" type="presParOf" srcId="{F361B135-B997-4D00-8961-03D9497899AF}" destId="{F6EE0DE2-4458-43C8-AE48-F96D901ACE2E}" srcOrd="1" destOrd="0" presId="urn:microsoft.com/office/officeart/2005/8/layout/hList1"/>
    <dgm:cxn modelId="{16AFC525-F207-4FB3-A72C-8B2454E0B792}" type="presParOf" srcId="{789C6232-90FA-49AC-87CF-EB64A0DAB97C}" destId="{F2023CD4-59FB-478E-AA01-296B48D54296}" srcOrd="5" destOrd="0" presId="urn:microsoft.com/office/officeart/2005/8/layout/hList1"/>
    <dgm:cxn modelId="{AFA68E79-E9FC-4777-8751-E626DBBCEB7E}" type="presParOf" srcId="{789C6232-90FA-49AC-87CF-EB64A0DAB97C}" destId="{9C277A97-7447-4D06-B63C-5EADA1F8AA3C}" srcOrd="6" destOrd="0" presId="urn:microsoft.com/office/officeart/2005/8/layout/hList1"/>
    <dgm:cxn modelId="{60676BC2-804D-4817-9643-E8DEDC9EF418}" type="presParOf" srcId="{9C277A97-7447-4D06-B63C-5EADA1F8AA3C}" destId="{89B8A535-CADB-4C18-BE1E-AC94DDB291AB}" srcOrd="0" destOrd="0" presId="urn:microsoft.com/office/officeart/2005/8/layout/hList1"/>
    <dgm:cxn modelId="{4DC88E90-6576-4A5A-9A53-475A22B778A9}" type="presParOf" srcId="{9C277A97-7447-4D06-B63C-5EADA1F8AA3C}" destId="{42B8DB2E-5013-4934-9C15-807AD20ABE60}" srcOrd="1" destOrd="0" presId="urn:microsoft.com/office/officeart/2005/8/layout/hList1"/>
    <dgm:cxn modelId="{EAACE9D3-6260-42C8-A6CF-CDA8CDC86961}" type="presParOf" srcId="{789C6232-90FA-49AC-87CF-EB64A0DAB97C}" destId="{950FC781-6ACF-4C39-8450-2F317270DE81}" srcOrd="7" destOrd="0" presId="urn:microsoft.com/office/officeart/2005/8/layout/hList1"/>
    <dgm:cxn modelId="{745A9531-DEBA-4D8D-997B-2249A566659E}" type="presParOf" srcId="{789C6232-90FA-49AC-87CF-EB64A0DAB97C}" destId="{3AA11D7E-48D5-4CE6-95E5-53B4FBD2DD98}" srcOrd="8" destOrd="0" presId="urn:microsoft.com/office/officeart/2005/8/layout/hList1"/>
    <dgm:cxn modelId="{7611571F-EADC-4252-B61E-A7EF11A98EE4}" type="presParOf" srcId="{3AA11D7E-48D5-4CE6-95E5-53B4FBD2DD98}" destId="{06B98E27-51A3-4624-849E-ADA9BEF50B16}" srcOrd="0" destOrd="0" presId="urn:microsoft.com/office/officeart/2005/8/layout/hList1"/>
    <dgm:cxn modelId="{8F25649D-757C-4749-926B-FBE8ADFFF8AF}" type="presParOf" srcId="{3AA11D7E-48D5-4CE6-95E5-53B4FBD2DD98}" destId="{A1981E43-12E4-4F92-A88B-E198F2DCD47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FC8ECD4-41E0-481A-A1C1-ECA13FE7B69A}" type="doc">
      <dgm:prSet loTypeId="urn:microsoft.com/office/officeart/2005/8/layout/chevron2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fr-FR"/>
        </a:p>
      </dgm:t>
    </dgm:pt>
    <dgm:pt modelId="{4288C132-7ADE-4923-9B31-7A737FD0B9A3}">
      <dgm:prSet phldrT="[Texte]" custT="1"/>
      <dgm:spPr/>
      <dgm:t>
        <a:bodyPr/>
        <a:lstStyle/>
        <a:p>
          <a:r>
            <a:rPr lang="fr-FR" sz="1800" b="1" kern="1200" dirty="0"/>
            <a:t>Transformer</a:t>
          </a:r>
        </a:p>
      </dgm:t>
    </dgm:pt>
    <dgm:pt modelId="{BEEE5FDB-C4D7-47E3-B017-F702D1CC28D8}" type="parTrans" cxnId="{DBA18688-89A1-4CCF-BC28-163AD9399711}">
      <dgm:prSet/>
      <dgm:spPr/>
      <dgm:t>
        <a:bodyPr/>
        <a:lstStyle/>
        <a:p>
          <a:endParaRPr lang="fr-FR"/>
        </a:p>
      </dgm:t>
    </dgm:pt>
    <dgm:pt modelId="{BB453EC9-15B6-41F5-B813-1C8C31F26893}" type="sibTrans" cxnId="{DBA18688-89A1-4CCF-BC28-163AD9399711}">
      <dgm:prSet/>
      <dgm:spPr/>
      <dgm:t>
        <a:bodyPr/>
        <a:lstStyle/>
        <a:p>
          <a:endParaRPr lang="fr-FR"/>
        </a:p>
      </dgm:t>
    </dgm:pt>
    <dgm:pt modelId="{8C33212E-0227-4865-8552-1926FF6DBC34}">
      <dgm:prSet phldrT="[Texte]" custT="1"/>
      <dgm:spPr/>
      <dgm:t>
        <a:bodyPr/>
        <a:lstStyle/>
        <a:p>
          <a:r>
            <a:rPr lang="fr-FR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w Cen MT" panose="020B0602020104020603"/>
              <a:ea typeface="+mn-ea"/>
              <a:cs typeface="+mn-cs"/>
            </a:rPr>
            <a:t>Mécanisme d’attention (importance)</a:t>
          </a:r>
        </a:p>
      </dgm:t>
    </dgm:pt>
    <dgm:pt modelId="{786019F7-3366-48F1-9263-7880C59BB8A6}" type="parTrans" cxnId="{B81C6CF0-EBF7-40E4-AFC9-67AE0BC95869}">
      <dgm:prSet/>
      <dgm:spPr/>
      <dgm:t>
        <a:bodyPr/>
        <a:lstStyle/>
        <a:p>
          <a:endParaRPr lang="fr-FR"/>
        </a:p>
      </dgm:t>
    </dgm:pt>
    <dgm:pt modelId="{7A1591B3-5B09-4196-846E-83B0F6C019C9}" type="sibTrans" cxnId="{B81C6CF0-EBF7-40E4-AFC9-67AE0BC95869}">
      <dgm:prSet/>
      <dgm:spPr/>
      <dgm:t>
        <a:bodyPr/>
        <a:lstStyle/>
        <a:p>
          <a:endParaRPr lang="fr-FR"/>
        </a:p>
      </dgm:t>
    </dgm:pt>
    <dgm:pt modelId="{C21D1CA2-EEAC-4B36-838C-19A3F62913BD}">
      <dgm:prSet phldrT="[Texte]" custT="1"/>
      <dgm:spPr/>
      <dgm:t>
        <a:bodyPr/>
        <a:lstStyle/>
        <a:p>
          <a:r>
            <a:rPr lang="fr-FR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w Cen MT" panose="020B0602020104020603"/>
              <a:ea typeface="+mn-ea"/>
              <a:cs typeface="+mn-cs"/>
            </a:rPr>
            <a:t>Parallélisation (traitement simultané)</a:t>
          </a:r>
        </a:p>
      </dgm:t>
    </dgm:pt>
    <dgm:pt modelId="{0A92F685-1222-47C5-B72C-3B35220D4467}" type="parTrans" cxnId="{2C601A02-DC57-4F63-845B-6AAE441C6807}">
      <dgm:prSet/>
      <dgm:spPr/>
      <dgm:t>
        <a:bodyPr/>
        <a:lstStyle/>
        <a:p>
          <a:endParaRPr lang="fr-FR"/>
        </a:p>
      </dgm:t>
    </dgm:pt>
    <dgm:pt modelId="{188DEAE5-7C1C-4068-8368-887A7447CD56}" type="sibTrans" cxnId="{2C601A02-DC57-4F63-845B-6AAE441C6807}">
      <dgm:prSet/>
      <dgm:spPr/>
      <dgm:t>
        <a:bodyPr/>
        <a:lstStyle/>
        <a:p>
          <a:endParaRPr lang="fr-FR"/>
        </a:p>
      </dgm:t>
    </dgm:pt>
    <dgm:pt modelId="{9AFEAE80-64BE-4355-B6A7-A6B4AD185EB2}">
      <dgm:prSet phldrT="[Texte]"/>
      <dgm:spPr/>
      <dgm:t>
        <a:bodyPr/>
        <a:lstStyle/>
        <a:p>
          <a:r>
            <a:rPr lang="fr-FR" sz="1800" b="1" kern="1200" dirty="0"/>
            <a:t>Vision Transformer (ViT)</a:t>
          </a:r>
        </a:p>
      </dgm:t>
    </dgm:pt>
    <dgm:pt modelId="{D124455D-982F-4F46-AFC5-C343AA715A9E}" type="parTrans" cxnId="{8FC87610-E501-45ED-92FC-4B004FCDD555}">
      <dgm:prSet/>
      <dgm:spPr/>
      <dgm:t>
        <a:bodyPr/>
        <a:lstStyle/>
        <a:p>
          <a:endParaRPr lang="fr-FR"/>
        </a:p>
      </dgm:t>
    </dgm:pt>
    <dgm:pt modelId="{22513B3A-700B-4601-AD4F-FF57C5A53F56}" type="sibTrans" cxnId="{8FC87610-E501-45ED-92FC-4B004FCDD555}">
      <dgm:prSet/>
      <dgm:spPr/>
      <dgm:t>
        <a:bodyPr/>
        <a:lstStyle/>
        <a:p>
          <a:endParaRPr lang="fr-FR"/>
        </a:p>
      </dgm:t>
    </dgm:pt>
    <dgm:pt modelId="{BCFAD6F7-B896-4B35-89A0-61297B18DCA1}">
      <dgm:prSet phldrT="[Texte]" custT="1"/>
      <dgm:spPr/>
      <dgm:t>
        <a:bodyPr/>
        <a:lstStyle/>
        <a:p>
          <a:r>
            <a:rPr lang="fr-FR" sz="1800" kern="1200" dirty="0"/>
            <a:t>Adaptation du </a:t>
          </a:r>
          <a:r>
            <a:rPr lang="fr-FR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w Cen MT" panose="020B0602020104020603"/>
              <a:ea typeface="+mn-ea"/>
              <a:cs typeface="+mn-cs"/>
            </a:rPr>
            <a:t>Transformer → classification d’images</a:t>
          </a:r>
        </a:p>
      </dgm:t>
    </dgm:pt>
    <dgm:pt modelId="{7F9F52FF-73EA-4E45-8914-32E01971772F}" type="parTrans" cxnId="{F2F9ACC0-006A-4C75-BE0D-58FF626DBFE7}">
      <dgm:prSet/>
      <dgm:spPr/>
      <dgm:t>
        <a:bodyPr/>
        <a:lstStyle/>
        <a:p>
          <a:endParaRPr lang="fr-FR"/>
        </a:p>
      </dgm:t>
    </dgm:pt>
    <dgm:pt modelId="{56905344-D67C-40E5-8ED3-39B634555291}" type="sibTrans" cxnId="{F2F9ACC0-006A-4C75-BE0D-58FF626DBFE7}">
      <dgm:prSet/>
      <dgm:spPr/>
      <dgm:t>
        <a:bodyPr/>
        <a:lstStyle/>
        <a:p>
          <a:endParaRPr lang="fr-FR"/>
        </a:p>
      </dgm:t>
    </dgm:pt>
    <dgm:pt modelId="{4BFBD558-DADD-4DE6-9E7E-AC7139CADAE5}">
      <dgm:prSet phldrT="[Texte]"/>
      <dgm:spPr/>
      <dgm:t>
        <a:bodyPr/>
        <a:lstStyle/>
        <a:p>
          <a:endParaRPr lang="fr-FR" sz="1800" kern="1200" dirty="0"/>
        </a:p>
      </dgm:t>
    </dgm:pt>
    <dgm:pt modelId="{BEAE0F6C-E598-4697-AE5F-68EA7E562E89}" type="parTrans" cxnId="{D327A2EC-8582-46A1-80A2-DA89E276CB06}">
      <dgm:prSet/>
      <dgm:spPr/>
      <dgm:t>
        <a:bodyPr/>
        <a:lstStyle/>
        <a:p>
          <a:endParaRPr lang="fr-FR"/>
        </a:p>
      </dgm:t>
    </dgm:pt>
    <dgm:pt modelId="{93CAC059-A9A7-4AA4-88A5-61AD95387D7D}" type="sibTrans" cxnId="{D327A2EC-8582-46A1-80A2-DA89E276CB06}">
      <dgm:prSet/>
      <dgm:spPr/>
      <dgm:t>
        <a:bodyPr/>
        <a:lstStyle/>
        <a:p>
          <a:endParaRPr lang="fr-FR"/>
        </a:p>
      </dgm:t>
    </dgm:pt>
    <dgm:pt modelId="{C1D99DC5-DA7B-473F-8BF3-A5C6ACA21F42}">
      <dgm:prSet phldrT="[Texte]" custT="1"/>
      <dgm:spPr/>
      <dgm:t>
        <a:bodyPr/>
        <a:lstStyle/>
        <a:p>
          <a:r>
            <a:rPr lang="fr-FR" sz="2400" dirty="0"/>
            <a:t>2017</a:t>
          </a:r>
        </a:p>
      </dgm:t>
    </dgm:pt>
    <dgm:pt modelId="{6DD50F94-FED2-421C-8B81-194F043AF3F6}" type="parTrans" cxnId="{3E6E0018-0B2A-49BA-B476-591B5319F5DA}">
      <dgm:prSet/>
      <dgm:spPr/>
      <dgm:t>
        <a:bodyPr/>
        <a:lstStyle/>
        <a:p>
          <a:endParaRPr lang="fr-FR"/>
        </a:p>
      </dgm:t>
    </dgm:pt>
    <dgm:pt modelId="{EF2DA1E9-70DF-4F12-B036-FE5C336CE998}" type="sibTrans" cxnId="{3E6E0018-0B2A-49BA-B476-591B5319F5DA}">
      <dgm:prSet/>
      <dgm:spPr/>
      <dgm:t>
        <a:bodyPr/>
        <a:lstStyle/>
        <a:p>
          <a:endParaRPr lang="fr-FR"/>
        </a:p>
      </dgm:t>
    </dgm:pt>
    <dgm:pt modelId="{C567C0BA-4CD8-48C4-B130-7E61CBCBCF1C}">
      <dgm:prSet phldrT="[Texte]" custT="1"/>
      <dgm:spPr/>
      <dgm:t>
        <a:bodyPr/>
        <a:lstStyle/>
        <a:p>
          <a:r>
            <a:rPr lang="fr-FR" sz="2400" dirty="0"/>
            <a:t>2020</a:t>
          </a:r>
        </a:p>
      </dgm:t>
    </dgm:pt>
    <dgm:pt modelId="{B97BCF89-7CB8-4E01-9029-07403C4A0DE1}" type="parTrans" cxnId="{A948E1C5-1026-41E6-8332-BEFD3A998696}">
      <dgm:prSet/>
      <dgm:spPr/>
      <dgm:t>
        <a:bodyPr/>
        <a:lstStyle/>
        <a:p>
          <a:endParaRPr lang="fr-FR"/>
        </a:p>
      </dgm:t>
    </dgm:pt>
    <dgm:pt modelId="{20624DD7-A793-4D0C-BE2C-FF84707AC4CE}" type="sibTrans" cxnId="{A948E1C5-1026-41E6-8332-BEFD3A998696}">
      <dgm:prSet/>
      <dgm:spPr/>
      <dgm:t>
        <a:bodyPr/>
        <a:lstStyle/>
        <a:p>
          <a:endParaRPr lang="fr-FR"/>
        </a:p>
      </dgm:t>
    </dgm:pt>
    <dgm:pt modelId="{5A6F791E-AB22-4E59-B533-B5A16C68732E}">
      <dgm:prSet phldrT="[Texte]" custT="1"/>
      <dgm:spPr/>
      <dgm:t>
        <a:bodyPr/>
        <a:lstStyle/>
        <a:p>
          <a:r>
            <a:rPr lang="fr-FR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w Cen MT" panose="020B0602020104020603"/>
              <a:ea typeface="+mn-ea"/>
              <a:cs typeface="+mn-cs"/>
            </a:rPr>
            <a:t>Traitement automatique des langues</a:t>
          </a:r>
        </a:p>
      </dgm:t>
    </dgm:pt>
    <dgm:pt modelId="{BF54E82E-565A-4E9D-B836-B773DCBB8032}" type="parTrans" cxnId="{FB963159-03A4-42D6-918F-2C0074BFA9F2}">
      <dgm:prSet/>
      <dgm:spPr/>
      <dgm:t>
        <a:bodyPr/>
        <a:lstStyle/>
        <a:p>
          <a:endParaRPr lang="fr-FR"/>
        </a:p>
      </dgm:t>
    </dgm:pt>
    <dgm:pt modelId="{080F6A72-56C7-483A-8BDA-BBDDB2FAEDDE}" type="sibTrans" cxnId="{FB963159-03A4-42D6-918F-2C0074BFA9F2}">
      <dgm:prSet/>
      <dgm:spPr/>
      <dgm:t>
        <a:bodyPr/>
        <a:lstStyle/>
        <a:p>
          <a:endParaRPr lang="fr-FR"/>
        </a:p>
      </dgm:t>
    </dgm:pt>
    <dgm:pt modelId="{6B3C6AEA-2537-499C-BB72-9C18DBB87CD5}" type="pres">
      <dgm:prSet presAssocID="{4FC8ECD4-41E0-481A-A1C1-ECA13FE7B69A}" presName="linearFlow" presStyleCnt="0">
        <dgm:presLayoutVars>
          <dgm:dir/>
          <dgm:animLvl val="lvl"/>
          <dgm:resizeHandles val="exact"/>
        </dgm:presLayoutVars>
      </dgm:prSet>
      <dgm:spPr/>
    </dgm:pt>
    <dgm:pt modelId="{F04E3793-5FD5-42ED-9378-8E2EC0DF30C0}" type="pres">
      <dgm:prSet presAssocID="{C1D99DC5-DA7B-473F-8BF3-A5C6ACA21F42}" presName="composite" presStyleCnt="0"/>
      <dgm:spPr/>
    </dgm:pt>
    <dgm:pt modelId="{84E7F0E9-7742-4BB2-95B8-CBC5E4A427A1}" type="pres">
      <dgm:prSet presAssocID="{C1D99DC5-DA7B-473F-8BF3-A5C6ACA21F42}" presName="parentText" presStyleLbl="alignNode1" presStyleIdx="0" presStyleCnt="2">
        <dgm:presLayoutVars>
          <dgm:chMax val="1"/>
          <dgm:bulletEnabled val="1"/>
        </dgm:presLayoutVars>
      </dgm:prSet>
      <dgm:spPr/>
    </dgm:pt>
    <dgm:pt modelId="{D3F8278A-E18C-4317-BD07-C5E96782AEBB}" type="pres">
      <dgm:prSet presAssocID="{C1D99DC5-DA7B-473F-8BF3-A5C6ACA21F42}" presName="descendantText" presStyleLbl="alignAcc1" presStyleIdx="0" presStyleCnt="2">
        <dgm:presLayoutVars>
          <dgm:bulletEnabled val="1"/>
        </dgm:presLayoutVars>
      </dgm:prSet>
      <dgm:spPr/>
    </dgm:pt>
    <dgm:pt modelId="{D362674A-F04B-4D33-8B0A-279F252F2A2A}" type="pres">
      <dgm:prSet presAssocID="{EF2DA1E9-70DF-4F12-B036-FE5C336CE998}" presName="sp" presStyleCnt="0"/>
      <dgm:spPr/>
    </dgm:pt>
    <dgm:pt modelId="{0DA0E74D-3D30-4BC2-B502-C49ACF36FF5E}" type="pres">
      <dgm:prSet presAssocID="{C567C0BA-4CD8-48C4-B130-7E61CBCBCF1C}" presName="composite" presStyleCnt="0"/>
      <dgm:spPr/>
    </dgm:pt>
    <dgm:pt modelId="{784256B9-1BF4-43C3-9086-95E009B643B4}" type="pres">
      <dgm:prSet presAssocID="{C567C0BA-4CD8-48C4-B130-7E61CBCBCF1C}" presName="parentText" presStyleLbl="alignNode1" presStyleIdx="1" presStyleCnt="2">
        <dgm:presLayoutVars>
          <dgm:chMax val="1"/>
          <dgm:bulletEnabled val="1"/>
        </dgm:presLayoutVars>
      </dgm:prSet>
      <dgm:spPr/>
    </dgm:pt>
    <dgm:pt modelId="{43A13054-3A98-4D8B-9E90-F478A58FCC86}" type="pres">
      <dgm:prSet presAssocID="{C567C0BA-4CD8-48C4-B130-7E61CBCBCF1C}" presName="descendantText" presStyleLbl="alignAcc1" presStyleIdx="1" presStyleCnt="2">
        <dgm:presLayoutVars>
          <dgm:bulletEnabled val="1"/>
        </dgm:presLayoutVars>
      </dgm:prSet>
      <dgm:spPr/>
    </dgm:pt>
  </dgm:ptLst>
  <dgm:cxnLst>
    <dgm:cxn modelId="{2C601A02-DC57-4F63-845B-6AAE441C6807}" srcId="{5A6F791E-AB22-4E59-B533-B5A16C68732E}" destId="{C21D1CA2-EEAC-4B36-838C-19A3F62913BD}" srcOrd="1" destOrd="0" parTransId="{0A92F685-1222-47C5-B72C-3B35220D4467}" sibTransId="{188DEAE5-7C1C-4068-8368-887A7447CD56}"/>
    <dgm:cxn modelId="{DEA1C806-5EBE-4A19-BB82-668A0A03A281}" type="presOf" srcId="{9AFEAE80-64BE-4355-B6A7-A6B4AD185EB2}" destId="{43A13054-3A98-4D8B-9E90-F478A58FCC86}" srcOrd="0" destOrd="0" presId="urn:microsoft.com/office/officeart/2005/8/layout/chevron2"/>
    <dgm:cxn modelId="{232D5E07-B97E-47D7-A82B-3633C068F57F}" type="presOf" srcId="{BCFAD6F7-B896-4B35-89A0-61297B18DCA1}" destId="{43A13054-3A98-4D8B-9E90-F478A58FCC86}" srcOrd="0" destOrd="1" presId="urn:microsoft.com/office/officeart/2005/8/layout/chevron2"/>
    <dgm:cxn modelId="{8FC87610-E501-45ED-92FC-4B004FCDD555}" srcId="{C567C0BA-4CD8-48C4-B130-7E61CBCBCF1C}" destId="{9AFEAE80-64BE-4355-B6A7-A6B4AD185EB2}" srcOrd="0" destOrd="0" parTransId="{D124455D-982F-4F46-AFC5-C343AA715A9E}" sibTransId="{22513B3A-700B-4601-AD4F-FF57C5A53F56}"/>
    <dgm:cxn modelId="{3E6E0018-0B2A-49BA-B476-591B5319F5DA}" srcId="{4FC8ECD4-41E0-481A-A1C1-ECA13FE7B69A}" destId="{C1D99DC5-DA7B-473F-8BF3-A5C6ACA21F42}" srcOrd="0" destOrd="0" parTransId="{6DD50F94-FED2-421C-8B81-194F043AF3F6}" sibTransId="{EF2DA1E9-70DF-4F12-B036-FE5C336CE998}"/>
    <dgm:cxn modelId="{E675E84A-4854-4B83-AD29-6B115A289F38}" type="presOf" srcId="{5A6F791E-AB22-4E59-B533-B5A16C68732E}" destId="{D3F8278A-E18C-4317-BD07-C5E96782AEBB}" srcOrd="0" destOrd="1" presId="urn:microsoft.com/office/officeart/2005/8/layout/chevron2"/>
    <dgm:cxn modelId="{FB963159-03A4-42D6-918F-2C0074BFA9F2}" srcId="{4288C132-7ADE-4923-9B31-7A737FD0B9A3}" destId="{5A6F791E-AB22-4E59-B533-B5A16C68732E}" srcOrd="0" destOrd="0" parTransId="{BF54E82E-565A-4E9D-B836-B773DCBB8032}" sibTransId="{080F6A72-56C7-483A-8BDA-BBDDB2FAEDDE}"/>
    <dgm:cxn modelId="{DBA18688-89A1-4CCF-BC28-163AD9399711}" srcId="{C1D99DC5-DA7B-473F-8BF3-A5C6ACA21F42}" destId="{4288C132-7ADE-4923-9B31-7A737FD0B9A3}" srcOrd="0" destOrd="0" parTransId="{BEEE5FDB-C4D7-47E3-B017-F702D1CC28D8}" sibTransId="{BB453EC9-15B6-41F5-B813-1C8C31F26893}"/>
    <dgm:cxn modelId="{28B17393-0E24-49C2-BEBD-54D6A8F36F68}" type="presOf" srcId="{8C33212E-0227-4865-8552-1926FF6DBC34}" destId="{D3F8278A-E18C-4317-BD07-C5E96782AEBB}" srcOrd="0" destOrd="2" presId="urn:microsoft.com/office/officeart/2005/8/layout/chevron2"/>
    <dgm:cxn modelId="{2A58E4A5-BA9D-49DC-93EB-CA5FCD9DA0EE}" type="presOf" srcId="{4288C132-7ADE-4923-9B31-7A737FD0B9A3}" destId="{D3F8278A-E18C-4317-BD07-C5E96782AEBB}" srcOrd="0" destOrd="0" presId="urn:microsoft.com/office/officeart/2005/8/layout/chevron2"/>
    <dgm:cxn modelId="{18B5E7A9-084F-420A-BD01-04E1B5CF946F}" type="presOf" srcId="{C1D99DC5-DA7B-473F-8BF3-A5C6ACA21F42}" destId="{84E7F0E9-7742-4BB2-95B8-CBC5E4A427A1}" srcOrd="0" destOrd="0" presId="urn:microsoft.com/office/officeart/2005/8/layout/chevron2"/>
    <dgm:cxn modelId="{87E1E8AB-8673-44B0-9F89-73544493A0F6}" type="presOf" srcId="{4FC8ECD4-41E0-481A-A1C1-ECA13FE7B69A}" destId="{6B3C6AEA-2537-499C-BB72-9C18DBB87CD5}" srcOrd="0" destOrd="0" presId="urn:microsoft.com/office/officeart/2005/8/layout/chevron2"/>
    <dgm:cxn modelId="{ECFB15AF-6921-4347-A7C6-B9F0F0F8C241}" type="presOf" srcId="{C567C0BA-4CD8-48C4-B130-7E61CBCBCF1C}" destId="{784256B9-1BF4-43C3-9086-95E009B643B4}" srcOrd="0" destOrd="0" presId="urn:microsoft.com/office/officeart/2005/8/layout/chevron2"/>
    <dgm:cxn modelId="{F2F9ACC0-006A-4C75-BE0D-58FF626DBFE7}" srcId="{9AFEAE80-64BE-4355-B6A7-A6B4AD185EB2}" destId="{BCFAD6F7-B896-4B35-89A0-61297B18DCA1}" srcOrd="0" destOrd="0" parTransId="{7F9F52FF-73EA-4E45-8914-32E01971772F}" sibTransId="{56905344-D67C-40E5-8ED3-39B634555291}"/>
    <dgm:cxn modelId="{A948E1C5-1026-41E6-8332-BEFD3A998696}" srcId="{4FC8ECD4-41E0-481A-A1C1-ECA13FE7B69A}" destId="{C567C0BA-4CD8-48C4-B130-7E61CBCBCF1C}" srcOrd="1" destOrd="0" parTransId="{B97BCF89-7CB8-4E01-9029-07403C4A0DE1}" sibTransId="{20624DD7-A793-4D0C-BE2C-FF84707AC4CE}"/>
    <dgm:cxn modelId="{81B89BDC-2A80-4457-A138-214A5CD6BD02}" type="presOf" srcId="{C21D1CA2-EEAC-4B36-838C-19A3F62913BD}" destId="{D3F8278A-E18C-4317-BD07-C5E96782AEBB}" srcOrd="0" destOrd="3" presId="urn:microsoft.com/office/officeart/2005/8/layout/chevron2"/>
    <dgm:cxn modelId="{D327A2EC-8582-46A1-80A2-DA89E276CB06}" srcId="{9AFEAE80-64BE-4355-B6A7-A6B4AD185EB2}" destId="{4BFBD558-DADD-4DE6-9E7E-AC7139CADAE5}" srcOrd="1" destOrd="0" parTransId="{BEAE0F6C-E598-4697-AE5F-68EA7E562E89}" sibTransId="{93CAC059-A9A7-4AA4-88A5-61AD95387D7D}"/>
    <dgm:cxn modelId="{B81C6CF0-EBF7-40E4-AFC9-67AE0BC95869}" srcId="{5A6F791E-AB22-4E59-B533-B5A16C68732E}" destId="{8C33212E-0227-4865-8552-1926FF6DBC34}" srcOrd="0" destOrd="0" parTransId="{786019F7-3366-48F1-9263-7880C59BB8A6}" sibTransId="{7A1591B3-5B09-4196-846E-83B0F6C019C9}"/>
    <dgm:cxn modelId="{64F4B9FB-A7F0-4F12-891D-AD59700A0B83}" type="presOf" srcId="{4BFBD558-DADD-4DE6-9E7E-AC7139CADAE5}" destId="{43A13054-3A98-4D8B-9E90-F478A58FCC86}" srcOrd="0" destOrd="2" presId="urn:microsoft.com/office/officeart/2005/8/layout/chevron2"/>
    <dgm:cxn modelId="{BB937608-FC4E-4483-A12E-F2502982F700}" type="presParOf" srcId="{6B3C6AEA-2537-499C-BB72-9C18DBB87CD5}" destId="{F04E3793-5FD5-42ED-9378-8E2EC0DF30C0}" srcOrd="0" destOrd="0" presId="urn:microsoft.com/office/officeart/2005/8/layout/chevron2"/>
    <dgm:cxn modelId="{3BA7A78C-1FBD-4AC0-B70B-9249E68D2007}" type="presParOf" srcId="{F04E3793-5FD5-42ED-9378-8E2EC0DF30C0}" destId="{84E7F0E9-7742-4BB2-95B8-CBC5E4A427A1}" srcOrd="0" destOrd="0" presId="urn:microsoft.com/office/officeart/2005/8/layout/chevron2"/>
    <dgm:cxn modelId="{C08F9830-332F-473D-9D4A-1803413B7541}" type="presParOf" srcId="{F04E3793-5FD5-42ED-9378-8E2EC0DF30C0}" destId="{D3F8278A-E18C-4317-BD07-C5E96782AEBB}" srcOrd="1" destOrd="0" presId="urn:microsoft.com/office/officeart/2005/8/layout/chevron2"/>
    <dgm:cxn modelId="{2D37E5FE-1299-46C5-A535-DB7E179B266A}" type="presParOf" srcId="{6B3C6AEA-2537-499C-BB72-9C18DBB87CD5}" destId="{D362674A-F04B-4D33-8B0A-279F252F2A2A}" srcOrd="1" destOrd="0" presId="urn:microsoft.com/office/officeart/2005/8/layout/chevron2"/>
    <dgm:cxn modelId="{CFC40AA4-AB75-4BF3-B60E-A669DA710C82}" type="presParOf" srcId="{6B3C6AEA-2537-499C-BB72-9C18DBB87CD5}" destId="{0DA0E74D-3D30-4BC2-B502-C49ACF36FF5E}" srcOrd="2" destOrd="0" presId="urn:microsoft.com/office/officeart/2005/8/layout/chevron2"/>
    <dgm:cxn modelId="{05446D8B-9DAF-47CA-AFA9-26F4B79D666C}" type="presParOf" srcId="{0DA0E74D-3D30-4BC2-B502-C49ACF36FF5E}" destId="{784256B9-1BF4-43C3-9086-95E009B643B4}" srcOrd="0" destOrd="0" presId="urn:microsoft.com/office/officeart/2005/8/layout/chevron2"/>
    <dgm:cxn modelId="{E16B7681-29A1-4CFE-92A7-473240FCDD2F}" type="presParOf" srcId="{0DA0E74D-3D30-4BC2-B502-C49ACF36FF5E}" destId="{43A13054-3A98-4D8B-9E90-F478A58FCC8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5B2EEEA-AD81-4AF1-92B8-79F43F9F8125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E1DE6077-8A38-45A0-B737-B9580922E17F}">
      <dgm:prSet phldrT="[Texte]" custT="1"/>
      <dgm:spPr/>
      <dgm:t>
        <a:bodyPr/>
        <a:lstStyle/>
        <a:p>
          <a:r>
            <a:rPr lang="fr-FR" sz="1000" b="1" dirty="0">
              <a:solidFill>
                <a:srgbClr val="242424"/>
              </a:solidFill>
              <a:latin typeface="source-serif-pro"/>
            </a:rPr>
            <a:t>Image d’entrée</a:t>
          </a:r>
          <a:endParaRPr lang="fr-FR" sz="1000" dirty="0"/>
        </a:p>
      </dgm:t>
    </dgm:pt>
    <dgm:pt modelId="{75413C23-58A6-447F-A9D0-C94DFA9E1E78}" type="parTrans" cxnId="{4421BF7C-DCA1-4D7F-83C9-A506CA6D0CEC}">
      <dgm:prSet/>
      <dgm:spPr/>
      <dgm:t>
        <a:bodyPr/>
        <a:lstStyle/>
        <a:p>
          <a:endParaRPr lang="fr-FR" sz="1000"/>
        </a:p>
      </dgm:t>
    </dgm:pt>
    <dgm:pt modelId="{4525238C-3BE0-4579-8C40-383C629F6B0D}" type="sibTrans" cxnId="{4421BF7C-DCA1-4D7F-83C9-A506CA6D0CEC}">
      <dgm:prSet custT="1"/>
      <dgm:spPr/>
      <dgm:t>
        <a:bodyPr/>
        <a:lstStyle/>
        <a:p>
          <a:endParaRPr lang="fr-FR" sz="1000"/>
        </a:p>
      </dgm:t>
    </dgm:pt>
    <dgm:pt modelId="{20C22F43-87CD-4E4C-923C-2F1331B9D16C}">
      <dgm:prSet custT="1"/>
      <dgm:spPr/>
      <dgm:t>
        <a:bodyPr/>
        <a:lstStyle/>
        <a:p>
          <a:r>
            <a:rPr lang="fr-FR" sz="1000" b="1" dirty="0">
              <a:solidFill>
                <a:srgbClr val="242424"/>
              </a:solidFill>
              <a:latin typeface="source-serif-pro"/>
            </a:rPr>
            <a:t>Fragmentation en patchs</a:t>
          </a:r>
        </a:p>
      </dgm:t>
    </dgm:pt>
    <dgm:pt modelId="{AEE91434-053E-45DC-8BDA-909FC3D84EFC}" type="parTrans" cxnId="{1F85D6DC-B450-497B-9598-170CADF1F50D}">
      <dgm:prSet/>
      <dgm:spPr/>
      <dgm:t>
        <a:bodyPr/>
        <a:lstStyle/>
        <a:p>
          <a:endParaRPr lang="fr-FR" sz="1000"/>
        </a:p>
      </dgm:t>
    </dgm:pt>
    <dgm:pt modelId="{E1D091E5-EF3A-4B5F-8B56-F589C8321B54}" type="sibTrans" cxnId="{1F85D6DC-B450-497B-9598-170CADF1F50D}">
      <dgm:prSet custT="1"/>
      <dgm:spPr/>
      <dgm:t>
        <a:bodyPr/>
        <a:lstStyle/>
        <a:p>
          <a:endParaRPr lang="fr-FR" sz="1000"/>
        </a:p>
      </dgm:t>
    </dgm:pt>
    <dgm:pt modelId="{6702A127-9309-4143-87A1-32491DB88D2D}">
      <dgm:prSet custT="1"/>
      <dgm:spPr/>
      <dgm:t>
        <a:bodyPr/>
        <a:lstStyle/>
        <a:p>
          <a:r>
            <a:rPr lang="fr-FR" sz="1000" dirty="0">
              <a:solidFill>
                <a:srgbClr val="242424"/>
              </a:solidFill>
              <a:latin typeface="source-serif-pro"/>
            </a:rPr>
            <a:t>Patchs de taille fixe (par exemple, 16×16)</a:t>
          </a:r>
        </a:p>
      </dgm:t>
    </dgm:pt>
    <dgm:pt modelId="{6FDEE844-6557-4EC3-BBFC-02BDD620EFC1}" type="parTrans" cxnId="{1BEFC109-4B42-4B79-8715-090B00028105}">
      <dgm:prSet/>
      <dgm:spPr/>
      <dgm:t>
        <a:bodyPr/>
        <a:lstStyle/>
        <a:p>
          <a:endParaRPr lang="fr-FR" sz="1000"/>
        </a:p>
      </dgm:t>
    </dgm:pt>
    <dgm:pt modelId="{DAFC154E-FAD9-46FF-A89D-258AA5BDDFC0}" type="sibTrans" cxnId="{1BEFC109-4B42-4B79-8715-090B00028105}">
      <dgm:prSet/>
      <dgm:spPr/>
      <dgm:t>
        <a:bodyPr/>
        <a:lstStyle/>
        <a:p>
          <a:endParaRPr lang="fr-FR" sz="1000"/>
        </a:p>
      </dgm:t>
    </dgm:pt>
    <dgm:pt modelId="{0CFAED37-BE4C-4196-A2FE-7F42E89E8F7D}">
      <dgm:prSet custT="1"/>
      <dgm:spPr/>
      <dgm:t>
        <a:bodyPr/>
        <a:lstStyle/>
        <a:p>
          <a:r>
            <a:rPr lang="fr-FR" sz="1000" b="0" i="0" dirty="0">
              <a:solidFill>
                <a:srgbClr val="242424"/>
              </a:solidFill>
              <a:effectLst/>
              <a:latin typeface="source-serif-pro"/>
            </a:rPr>
            <a:t>Chaque patch est aplati en un vecteur (par exemple, 16×16×3 = 768 pour RGB)</a:t>
          </a:r>
        </a:p>
      </dgm:t>
    </dgm:pt>
    <dgm:pt modelId="{23386A7D-F4D2-469A-89A3-1CD31802C80B}" type="parTrans" cxnId="{7CC5C3D0-B465-494F-B018-F80268D8DC20}">
      <dgm:prSet/>
      <dgm:spPr/>
      <dgm:t>
        <a:bodyPr/>
        <a:lstStyle/>
        <a:p>
          <a:endParaRPr lang="fr-FR" sz="1000"/>
        </a:p>
      </dgm:t>
    </dgm:pt>
    <dgm:pt modelId="{BC77B1E1-CA0A-4981-9350-D28CF0CC631E}" type="sibTrans" cxnId="{7CC5C3D0-B465-494F-B018-F80268D8DC20}">
      <dgm:prSet/>
      <dgm:spPr/>
      <dgm:t>
        <a:bodyPr/>
        <a:lstStyle/>
        <a:p>
          <a:endParaRPr lang="fr-FR" sz="1000"/>
        </a:p>
      </dgm:t>
    </dgm:pt>
    <dgm:pt modelId="{279BED7E-7A43-4DBC-88C2-6E8402391537}">
      <dgm:prSet custT="1"/>
      <dgm:spPr/>
      <dgm:t>
        <a:bodyPr/>
        <a:lstStyle/>
        <a:p>
          <a:r>
            <a:rPr lang="fr-FR" sz="1000" b="1" i="0" dirty="0">
              <a:solidFill>
                <a:srgbClr val="242424"/>
              </a:solidFill>
              <a:effectLst/>
              <a:latin typeface="source-serif-pro"/>
            </a:rPr>
            <a:t>Projection linéaire (patch </a:t>
          </a:r>
          <a:r>
            <a:rPr lang="fr-FR" sz="1000" b="1" i="0" dirty="0" err="1">
              <a:solidFill>
                <a:srgbClr val="242424"/>
              </a:solidFill>
              <a:effectLst/>
              <a:latin typeface="source-serif-pro"/>
            </a:rPr>
            <a:t>embedding</a:t>
          </a:r>
          <a:r>
            <a:rPr lang="fr-FR" sz="1000" b="1" i="0" dirty="0">
              <a:solidFill>
                <a:srgbClr val="242424"/>
              </a:solidFill>
              <a:effectLst/>
              <a:latin typeface="source-serif-pro"/>
            </a:rPr>
            <a:t>)</a:t>
          </a:r>
        </a:p>
      </dgm:t>
    </dgm:pt>
    <dgm:pt modelId="{9D23D8C2-C75F-4A19-9D4A-4094D5C39EFE}" type="parTrans" cxnId="{28D91835-47EB-45E2-809F-E932C8AF3AE8}">
      <dgm:prSet/>
      <dgm:spPr/>
      <dgm:t>
        <a:bodyPr/>
        <a:lstStyle/>
        <a:p>
          <a:endParaRPr lang="fr-FR" sz="1000"/>
        </a:p>
      </dgm:t>
    </dgm:pt>
    <dgm:pt modelId="{99070570-977C-41DA-A706-4B4AC84A4641}" type="sibTrans" cxnId="{28D91835-47EB-45E2-809F-E932C8AF3AE8}">
      <dgm:prSet custT="1"/>
      <dgm:spPr/>
      <dgm:t>
        <a:bodyPr/>
        <a:lstStyle/>
        <a:p>
          <a:endParaRPr lang="fr-FR" sz="1000"/>
        </a:p>
      </dgm:t>
    </dgm:pt>
    <dgm:pt modelId="{415196E3-5196-43FB-9E1E-226CB01799FF}">
      <dgm:prSet custT="1"/>
      <dgm:spPr/>
      <dgm:t>
        <a:bodyPr/>
        <a:lstStyle/>
        <a:p>
          <a:r>
            <a:rPr lang="fr-FR" sz="1000" b="0" i="0" dirty="0">
              <a:solidFill>
                <a:srgbClr val="242424"/>
              </a:solidFill>
              <a:effectLst/>
              <a:latin typeface="source-serif-pro"/>
            </a:rPr>
            <a:t>Chaque patch aplati est passé à travers une couche linéaire pour le projeter dans un espace d’immersion de dimension D (par exemple, D = 768)</a:t>
          </a:r>
        </a:p>
      </dgm:t>
    </dgm:pt>
    <dgm:pt modelId="{A293E8EF-2A64-4AB5-954E-CB58DD4EC089}" type="parTrans" cxnId="{52DEB5C6-8562-4AF7-9A24-BA4C5C6689C1}">
      <dgm:prSet/>
      <dgm:spPr/>
      <dgm:t>
        <a:bodyPr/>
        <a:lstStyle/>
        <a:p>
          <a:endParaRPr lang="fr-FR" sz="1000"/>
        </a:p>
      </dgm:t>
    </dgm:pt>
    <dgm:pt modelId="{C9D8E0A5-0E07-424A-981E-50D7D55DEA7D}" type="sibTrans" cxnId="{52DEB5C6-8562-4AF7-9A24-BA4C5C6689C1}">
      <dgm:prSet/>
      <dgm:spPr/>
      <dgm:t>
        <a:bodyPr/>
        <a:lstStyle/>
        <a:p>
          <a:endParaRPr lang="fr-FR" sz="1000"/>
        </a:p>
      </dgm:t>
    </dgm:pt>
    <dgm:pt modelId="{A82E59B4-730A-4CF0-A2CC-E0807E3E7A4F}">
      <dgm:prSet custT="1"/>
      <dgm:spPr/>
      <dgm:t>
        <a:bodyPr/>
        <a:lstStyle/>
        <a:p>
          <a:r>
            <a:rPr lang="fr-FR" sz="1000" b="1" i="0" dirty="0">
              <a:solidFill>
                <a:srgbClr val="242424"/>
              </a:solidFill>
              <a:effectLst/>
              <a:latin typeface="source-serif-pro"/>
            </a:rPr>
            <a:t>[CLS] Class </a:t>
          </a:r>
          <a:r>
            <a:rPr lang="fr-FR" sz="1000" b="1" i="0" dirty="0" err="1">
              <a:solidFill>
                <a:srgbClr val="242424"/>
              </a:solidFill>
              <a:effectLst/>
              <a:latin typeface="source-serif-pro"/>
            </a:rPr>
            <a:t>Token</a:t>
          </a:r>
          <a:endParaRPr lang="fr-FR" sz="1000" b="1" i="0" dirty="0">
            <a:solidFill>
              <a:srgbClr val="242424"/>
            </a:solidFill>
            <a:effectLst/>
            <a:latin typeface="source-serif-pro"/>
          </a:endParaRPr>
        </a:p>
      </dgm:t>
    </dgm:pt>
    <dgm:pt modelId="{9B02BF80-C291-44BA-853A-3EE161972103}" type="parTrans" cxnId="{7429F23D-35C3-4619-B615-B45633A97286}">
      <dgm:prSet/>
      <dgm:spPr/>
      <dgm:t>
        <a:bodyPr/>
        <a:lstStyle/>
        <a:p>
          <a:endParaRPr lang="fr-FR" sz="1000"/>
        </a:p>
      </dgm:t>
    </dgm:pt>
    <dgm:pt modelId="{44D42302-E4AB-44FE-8F63-86B529997B27}" type="sibTrans" cxnId="{7429F23D-35C3-4619-B615-B45633A97286}">
      <dgm:prSet custT="1"/>
      <dgm:spPr/>
      <dgm:t>
        <a:bodyPr/>
        <a:lstStyle/>
        <a:p>
          <a:endParaRPr lang="fr-FR" sz="1000"/>
        </a:p>
      </dgm:t>
    </dgm:pt>
    <dgm:pt modelId="{22C63324-E48C-42EA-9C91-2370BD7D3D58}">
      <dgm:prSet custT="1"/>
      <dgm:spPr/>
      <dgm:t>
        <a:bodyPr/>
        <a:lstStyle/>
        <a:p>
          <a:r>
            <a:rPr lang="fr-FR" sz="1000" b="0" i="0" dirty="0">
              <a:solidFill>
                <a:srgbClr val="242424"/>
              </a:solidFill>
              <a:effectLst/>
              <a:latin typeface="source-serif-pro"/>
            </a:rPr>
            <a:t>Agrège progressivement l’information globale de l’image</a:t>
          </a:r>
        </a:p>
      </dgm:t>
    </dgm:pt>
    <dgm:pt modelId="{6C9DB880-C77A-4FB6-849A-91B5354CED07}" type="parTrans" cxnId="{7D6DBCD8-A5E0-42F4-9541-3B9C45B4E509}">
      <dgm:prSet/>
      <dgm:spPr/>
      <dgm:t>
        <a:bodyPr/>
        <a:lstStyle/>
        <a:p>
          <a:endParaRPr lang="fr-FR" sz="1000"/>
        </a:p>
      </dgm:t>
    </dgm:pt>
    <dgm:pt modelId="{828F243C-4928-4A7F-A266-C55C245C1BCD}" type="sibTrans" cxnId="{7D6DBCD8-A5E0-42F4-9541-3B9C45B4E509}">
      <dgm:prSet/>
      <dgm:spPr/>
      <dgm:t>
        <a:bodyPr/>
        <a:lstStyle/>
        <a:p>
          <a:endParaRPr lang="fr-FR" sz="1000"/>
        </a:p>
      </dgm:t>
    </dgm:pt>
    <dgm:pt modelId="{50950FEC-AFD9-41A9-B325-737A7CEDC0D4}">
      <dgm:prSet custT="1"/>
      <dgm:spPr/>
      <dgm:t>
        <a:bodyPr/>
        <a:lstStyle/>
        <a:p>
          <a:r>
            <a:rPr lang="fr-FR" sz="1000" b="1" i="0" dirty="0">
              <a:solidFill>
                <a:srgbClr val="242424"/>
              </a:solidFill>
              <a:effectLst/>
              <a:latin typeface="source-serif-pro"/>
            </a:rPr>
            <a:t>Self Attention</a:t>
          </a:r>
        </a:p>
      </dgm:t>
    </dgm:pt>
    <dgm:pt modelId="{78E9FE62-789D-4312-A731-88611F8CBF32}" type="parTrans" cxnId="{B63F0607-6F6B-4AD7-BC76-8BD5E81B8235}">
      <dgm:prSet/>
      <dgm:spPr/>
      <dgm:t>
        <a:bodyPr/>
        <a:lstStyle/>
        <a:p>
          <a:endParaRPr lang="fr-FR" sz="1000"/>
        </a:p>
      </dgm:t>
    </dgm:pt>
    <dgm:pt modelId="{CD60AFE0-428F-4BE8-8CDC-30495181140B}" type="sibTrans" cxnId="{B63F0607-6F6B-4AD7-BC76-8BD5E81B8235}">
      <dgm:prSet custT="1"/>
      <dgm:spPr/>
      <dgm:t>
        <a:bodyPr/>
        <a:lstStyle/>
        <a:p>
          <a:endParaRPr lang="fr-FR" sz="1000"/>
        </a:p>
      </dgm:t>
    </dgm:pt>
    <dgm:pt modelId="{B3C23084-F8DA-4181-A2FF-F5E1DEDE0A14}">
      <dgm:prSet phldrT="[Texte]" custT="1"/>
      <dgm:spPr/>
      <dgm:t>
        <a:bodyPr/>
        <a:lstStyle/>
        <a:p>
          <a:r>
            <a:rPr lang="fr-FR" sz="1000" b="0" dirty="0">
              <a:solidFill>
                <a:srgbClr val="242424"/>
              </a:solidFill>
              <a:latin typeface="source-serif-pro"/>
            </a:rPr>
            <a:t>par exemple, 224×224 pixels</a:t>
          </a:r>
          <a:endParaRPr lang="fr-FR" sz="1000" b="0" dirty="0"/>
        </a:p>
      </dgm:t>
    </dgm:pt>
    <dgm:pt modelId="{766F224C-515A-432B-ADA0-B0FEF650C614}" type="parTrans" cxnId="{29AE380A-59D5-4CD3-A82C-556CFC6AA3A1}">
      <dgm:prSet/>
      <dgm:spPr/>
      <dgm:t>
        <a:bodyPr/>
        <a:lstStyle/>
        <a:p>
          <a:endParaRPr lang="fr-FR" sz="1000"/>
        </a:p>
      </dgm:t>
    </dgm:pt>
    <dgm:pt modelId="{63C97A9A-8405-4D40-BBC6-D3FAFB344CB9}" type="sibTrans" cxnId="{29AE380A-59D5-4CD3-A82C-556CFC6AA3A1}">
      <dgm:prSet/>
      <dgm:spPr/>
      <dgm:t>
        <a:bodyPr/>
        <a:lstStyle/>
        <a:p>
          <a:endParaRPr lang="fr-FR" sz="1000"/>
        </a:p>
      </dgm:t>
    </dgm:pt>
    <dgm:pt modelId="{5FCF484E-33DC-4822-9A99-EA0C5B81ABE2}">
      <dgm:prSet custT="1"/>
      <dgm:spPr/>
      <dgm:t>
        <a:bodyPr/>
        <a:lstStyle/>
        <a:p>
          <a:r>
            <a:rPr lang="fr-FR" sz="1000" dirty="0">
              <a:solidFill>
                <a:srgbClr val="242424"/>
              </a:solidFill>
              <a:latin typeface="source-serif-pro"/>
            </a:rPr>
            <a:t>14 × 14 = 196 patches</a:t>
          </a:r>
        </a:p>
      </dgm:t>
    </dgm:pt>
    <dgm:pt modelId="{6F676AC2-A45C-45FC-BE5F-F281D9A6FC43}" type="parTrans" cxnId="{2FAAD3ED-0D5E-477F-99A2-A7208E44D24E}">
      <dgm:prSet/>
      <dgm:spPr/>
      <dgm:t>
        <a:bodyPr/>
        <a:lstStyle/>
        <a:p>
          <a:endParaRPr lang="fr-FR" sz="1000"/>
        </a:p>
      </dgm:t>
    </dgm:pt>
    <dgm:pt modelId="{458F50ED-2A35-4B8D-A79D-2555FFE6A863}" type="sibTrans" cxnId="{2FAAD3ED-0D5E-477F-99A2-A7208E44D24E}">
      <dgm:prSet/>
      <dgm:spPr/>
      <dgm:t>
        <a:bodyPr/>
        <a:lstStyle/>
        <a:p>
          <a:endParaRPr lang="fr-FR" sz="1000"/>
        </a:p>
      </dgm:t>
    </dgm:pt>
    <dgm:pt modelId="{27684DD9-593C-4647-8FE1-78969F5BB6F8}">
      <dgm:prSet custT="1"/>
      <dgm:spPr/>
      <dgm:t>
        <a:bodyPr/>
        <a:lstStyle/>
        <a:p>
          <a:r>
            <a:rPr lang="fr-FR" sz="1000" dirty="0">
              <a:solidFill>
                <a:srgbClr val="242424"/>
              </a:solidFill>
              <a:latin typeface="source-serif-pro"/>
            </a:rPr>
            <a:t>224 / 16 = 14 patches par ligne</a:t>
          </a:r>
        </a:p>
      </dgm:t>
    </dgm:pt>
    <dgm:pt modelId="{D1B4A1A2-4D31-4C6E-A048-5F93790447CB}" type="parTrans" cxnId="{5499E9F4-DEF9-46FB-9A22-9D5F68FDFEED}">
      <dgm:prSet/>
      <dgm:spPr/>
      <dgm:t>
        <a:bodyPr/>
        <a:lstStyle/>
        <a:p>
          <a:endParaRPr lang="fr-FR" sz="1000"/>
        </a:p>
      </dgm:t>
    </dgm:pt>
    <dgm:pt modelId="{927E891F-6DB4-4F7C-9F15-176B275EA7B2}" type="sibTrans" cxnId="{5499E9F4-DEF9-46FB-9A22-9D5F68FDFEED}">
      <dgm:prSet/>
      <dgm:spPr/>
      <dgm:t>
        <a:bodyPr/>
        <a:lstStyle/>
        <a:p>
          <a:endParaRPr lang="fr-FR" sz="1000"/>
        </a:p>
      </dgm:t>
    </dgm:pt>
    <dgm:pt modelId="{BC041B6C-F12D-4173-995C-57AB6E136578}">
      <dgm:prSet custT="1"/>
      <dgm:spPr/>
      <dgm:t>
        <a:bodyPr/>
        <a:lstStyle/>
        <a:p>
          <a:r>
            <a:rPr lang="fr-FR" sz="1000" b="1" i="0" dirty="0">
              <a:solidFill>
                <a:srgbClr val="242424"/>
              </a:solidFill>
              <a:effectLst/>
              <a:latin typeface="source-serif-pro"/>
            </a:rPr>
            <a:t>Position </a:t>
          </a:r>
          <a:r>
            <a:rPr lang="fr-FR" sz="1000" b="1" i="0" dirty="0" err="1">
              <a:solidFill>
                <a:srgbClr val="242424"/>
              </a:solidFill>
              <a:effectLst/>
              <a:latin typeface="source-serif-pro"/>
            </a:rPr>
            <a:t>Embeding</a:t>
          </a:r>
          <a:endParaRPr lang="fr-FR" sz="1000" b="0" i="0" dirty="0">
            <a:solidFill>
              <a:srgbClr val="242424"/>
            </a:solidFill>
            <a:effectLst/>
            <a:latin typeface="source-serif-pro"/>
          </a:endParaRPr>
        </a:p>
      </dgm:t>
    </dgm:pt>
    <dgm:pt modelId="{9AA9327C-0BAF-4EA6-A9A9-B24B0F1C5F6E}" type="parTrans" cxnId="{61A3548D-F076-46EB-9C17-85AE555B4D35}">
      <dgm:prSet/>
      <dgm:spPr/>
      <dgm:t>
        <a:bodyPr/>
        <a:lstStyle/>
        <a:p>
          <a:endParaRPr lang="fr-FR" sz="1000"/>
        </a:p>
      </dgm:t>
    </dgm:pt>
    <dgm:pt modelId="{C75DB35A-DEBF-448F-A3CF-E06DA014D178}" type="sibTrans" cxnId="{61A3548D-F076-46EB-9C17-85AE555B4D35}">
      <dgm:prSet custT="1"/>
      <dgm:spPr/>
      <dgm:t>
        <a:bodyPr/>
        <a:lstStyle/>
        <a:p>
          <a:endParaRPr lang="fr-FR" sz="1000"/>
        </a:p>
      </dgm:t>
    </dgm:pt>
    <dgm:pt modelId="{AEB07E72-17F4-42B8-9300-8AE888E1F4EB}">
      <dgm:prSet custT="1"/>
      <dgm:spPr/>
      <dgm:t>
        <a:bodyPr/>
        <a:lstStyle/>
        <a:p>
          <a:r>
            <a:rPr lang="fr-FR" sz="1000" b="0" i="0" dirty="0">
              <a:solidFill>
                <a:srgbClr val="242424"/>
              </a:solidFill>
              <a:effectLst/>
              <a:latin typeface="source-serif-pro"/>
            </a:rPr>
            <a:t>Ajout de l’information de position</a:t>
          </a:r>
        </a:p>
      </dgm:t>
    </dgm:pt>
    <dgm:pt modelId="{D181F27F-4026-467C-98C6-F7E94D602C27}" type="parTrans" cxnId="{4AB38DE9-4C45-45CC-8B99-599B27998DFE}">
      <dgm:prSet/>
      <dgm:spPr/>
      <dgm:t>
        <a:bodyPr/>
        <a:lstStyle/>
        <a:p>
          <a:endParaRPr lang="fr-FR" sz="1000"/>
        </a:p>
      </dgm:t>
    </dgm:pt>
    <dgm:pt modelId="{09920B93-4D7E-4D21-A5ED-0E3F9708381D}" type="sibTrans" cxnId="{4AB38DE9-4C45-45CC-8B99-599B27998DFE}">
      <dgm:prSet/>
      <dgm:spPr/>
      <dgm:t>
        <a:bodyPr/>
        <a:lstStyle/>
        <a:p>
          <a:endParaRPr lang="fr-FR" sz="1000"/>
        </a:p>
      </dgm:t>
    </dgm:pt>
    <dgm:pt modelId="{5218E407-00CD-4453-A256-BDB57B269970}">
      <dgm:prSet custT="1"/>
      <dgm:spPr/>
      <dgm:t>
        <a:bodyPr/>
        <a:lstStyle/>
        <a:p>
          <a:r>
            <a:rPr lang="fr-FR" sz="1000" b="1" i="0" dirty="0">
              <a:solidFill>
                <a:srgbClr val="242424"/>
              </a:solidFill>
              <a:effectLst/>
              <a:latin typeface="source-serif-pro"/>
            </a:rPr>
            <a:t>Jetons visuel (Visual </a:t>
          </a:r>
          <a:r>
            <a:rPr lang="fr-FR" sz="1000" b="1" i="0" dirty="0" err="1">
              <a:solidFill>
                <a:srgbClr val="242424"/>
              </a:solidFill>
              <a:effectLst/>
              <a:latin typeface="source-serif-pro"/>
            </a:rPr>
            <a:t>token</a:t>
          </a:r>
          <a:r>
            <a:rPr lang="fr-FR" sz="1000" b="1" i="0" dirty="0">
              <a:solidFill>
                <a:srgbClr val="242424"/>
              </a:solidFill>
              <a:effectLst/>
              <a:latin typeface="source-serif-pro"/>
            </a:rPr>
            <a:t>)</a:t>
          </a:r>
        </a:p>
      </dgm:t>
    </dgm:pt>
    <dgm:pt modelId="{EA768F0F-1240-4491-B512-CC4BDA1AE313}" type="parTrans" cxnId="{B70CC884-8698-4C73-B53C-B90EDD93621F}">
      <dgm:prSet/>
      <dgm:spPr/>
      <dgm:t>
        <a:bodyPr/>
        <a:lstStyle/>
        <a:p>
          <a:endParaRPr lang="fr-FR" sz="1000"/>
        </a:p>
      </dgm:t>
    </dgm:pt>
    <dgm:pt modelId="{214886DA-E3DB-4038-82B8-916B1008C0B5}" type="sibTrans" cxnId="{B70CC884-8698-4C73-B53C-B90EDD93621F}">
      <dgm:prSet/>
      <dgm:spPr/>
      <dgm:t>
        <a:bodyPr/>
        <a:lstStyle/>
        <a:p>
          <a:endParaRPr lang="fr-FR" sz="1000"/>
        </a:p>
      </dgm:t>
    </dgm:pt>
    <dgm:pt modelId="{8F9E5B30-ED8E-424C-A5D3-6DA5FC863DB7}">
      <dgm:prSet custT="1"/>
      <dgm:spPr/>
      <dgm:t>
        <a:bodyPr/>
        <a:lstStyle/>
        <a:p>
          <a:r>
            <a:rPr lang="fr-FR" sz="1000" b="1" i="0" dirty="0">
              <a:solidFill>
                <a:srgbClr val="242424"/>
              </a:solidFill>
              <a:effectLst/>
              <a:latin typeface="source-serif-pro"/>
            </a:rPr>
            <a:t>Jetons de position</a:t>
          </a:r>
        </a:p>
      </dgm:t>
    </dgm:pt>
    <dgm:pt modelId="{5407A703-D3FF-4A33-B6AD-D698121C79EF}" type="parTrans" cxnId="{753F99AD-2D54-41E1-8686-EECCECFA1F21}">
      <dgm:prSet/>
      <dgm:spPr/>
      <dgm:t>
        <a:bodyPr/>
        <a:lstStyle/>
        <a:p>
          <a:endParaRPr lang="fr-FR" sz="1000"/>
        </a:p>
      </dgm:t>
    </dgm:pt>
    <dgm:pt modelId="{A424735D-6F00-4E2E-BE0F-FED54CCC8A46}" type="sibTrans" cxnId="{753F99AD-2D54-41E1-8686-EECCECFA1F21}">
      <dgm:prSet/>
      <dgm:spPr/>
      <dgm:t>
        <a:bodyPr/>
        <a:lstStyle/>
        <a:p>
          <a:endParaRPr lang="fr-FR" sz="1000"/>
        </a:p>
      </dgm:t>
    </dgm:pt>
    <dgm:pt modelId="{CA6FC7D3-CF09-4242-91CF-A5628FD07374}">
      <dgm:prSet custT="1"/>
      <dgm:spPr/>
      <dgm:t>
        <a:bodyPr/>
        <a:lstStyle/>
        <a:p>
          <a:r>
            <a:rPr lang="fr-FR" sz="1000" b="1" i="0" dirty="0">
              <a:solidFill>
                <a:srgbClr val="242424"/>
              </a:solidFill>
              <a:effectLst/>
              <a:latin typeface="source-serif-pro"/>
            </a:rPr>
            <a:t>Transformer Encoder Block x12</a:t>
          </a:r>
        </a:p>
      </dgm:t>
    </dgm:pt>
    <dgm:pt modelId="{C01154C6-B867-481A-8485-3DE1D7288B4E}" type="parTrans" cxnId="{3AEC08B1-E336-439F-BAB1-29CC8F17A94A}">
      <dgm:prSet/>
      <dgm:spPr/>
      <dgm:t>
        <a:bodyPr/>
        <a:lstStyle/>
        <a:p>
          <a:endParaRPr lang="fr-FR" sz="1000"/>
        </a:p>
      </dgm:t>
    </dgm:pt>
    <dgm:pt modelId="{E75729F5-B8A1-4F68-AA80-956A7B7B1CD8}" type="sibTrans" cxnId="{3AEC08B1-E336-439F-BAB1-29CC8F17A94A}">
      <dgm:prSet/>
      <dgm:spPr/>
      <dgm:t>
        <a:bodyPr/>
        <a:lstStyle/>
        <a:p>
          <a:endParaRPr lang="fr-FR" sz="1000"/>
        </a:p>
      </dgm:t>
    </dgm:pt>
    <dgm:pt modelId="{DE24B69C-2073-4D46-8C1B-33D4E6587BE0}">
      <dgm:prSet custT="1"/>
      <dgm:spPr/>
      <dgm:t>
        <a:bodyPr/>
        <a:lstStyle/>
        <a:p>
          <a:r>
            <a:rPr lang="fr-FR" sz="1000" b="0" i="0" kern="1200" dirty="0">
              <a:solidFill>
                <a:srgbClr val="242424"/>
              </a:solidFill>
              <a:effectLst/>
              <a:latin typeface="source-serif-pro"/>
            </a:rPr>
            <a:t>Chaque patch regarde les autres patchs</a:t>
          </a:r>
        </a:p>
      </dgm:t>
    </dgm:pt>
    <dgm:pt modelId="{BE4D9AFD-C9C9-436E-8AF4-A1ABB46AFA69}" type="parTrans" cxnId="{4F5586DC-180C-434C-9A6E-1CFD1CDD6DC1}">
      <dgm:prSet/>
      <dgm:spPr/>
      <dgm:t>
        <a:bodyPr/>
        <a:lstStyle/>
        <a:p>
          <a:endParaRPr lang="fr-FR" sz="1000"/>
        </a:p>
      </dgm:t>
    </dgm:pt>
    <dgm:pt modelId="{02DB16BD-D1EE-463F-A2C4-866FDEDC3045}" type="sibTrans" cxnId="{4F5586DC-180C-434C-9A6E-1CFD1CDD6DC1}">
      <dgm:prSet/>
      <dgm:spPr/>
      <dgm:t>
        <a:bodyPr/>
        <a:lstStyle/>
        <a:p>
          <a:endParaRPr lang="fr-FR" sz="1000"/>
        </a:p>
      </dgm:t>
    </dgm:pt>
    <dgm:pt modelId="{8B20AEF4-2579-4A9A-BEA0-EAEF7D65B659}">
      <dgm:prSet custT="1"/>
      <dgm:spPr/>
      <dgm:t>
        <a:bodyPr/>
        <a:lstStyle/>
        <a:p>
          <a:r>
            <a:rPr lang="fr-FR" sz="1000" b="0" i="0" kern="1200" dirty="0">
              <a:solidFill>
                <a:srgbClr val="242424"/>
              </a:solidFill>
              <a:effectLst/>
              <a:latin typeface="source-serif-pro"/>
            </a:rPr>
            <a:t>Le modèle apprend lesquels sont important entre eux</a:t>
          </a:r>
        </a:p>
      </dgm:t>
    </dgm:pt>
    <dgm:pt modelId="{C05197E3-1F3B-4EB2-B6CE-8964D050D55C}" type="parTrans" cxnId="{677AF546-18F3-4D1D-86A1-2306F40D883A}">
      <dgm:prSet/>
      <dgm:spPr/>
      <dgm:t>
        <a:bodyPr/>
        <a:lstStyle/>
        <a:p>
          <a:endParaRPr lang="fr-FR" sz="1000"/>
        </a:p>
      </dgm:t>
    </dgm:pt>
    <dgm:pt modelId="{CDB679FF-AD16-4A02-B9AB-CB0BCF1F0820}" type="sibTrans" cxnId="{677AF546-18F3-4D1D-86A1-2306F40D883A}">
      <dgm:prSet/>
      <dgm:spPr/>
      <dgm:t>
        <a:bodyPr/>
        <a:lstStyle/>
        <a:p>
          <a:endParaRPr lang="fr-FR" sz="1000"/>
        </a:p>
      </dgm:t>
    </dgm:pt>
    <dgm:pt modelId="{5BAB6CB5-B27F-4C92-B1A8-8A4A984D02A5}">
      <dgm:prSet custT="1"/>
      <dgm:spPr/>
      <dgm:t>
        <a:bodyPr/>
        <a:lstStyle/>
        <a:p>
          <a:r>
            <a:rPr lang="fr-FR" sz="1000" b="1" i="0" dirty="0">
              <a:solidFill>
                <a:srgbClr val="242424"/>
              </a:solidFill>
              <a:effectLst/>
              <a:latin typeface="source-serif-pro"/>
            </a:rPr>
            <a:t>Multi-Head Self-Attention : </a:t>
          </a:r>
          <a:r>
            <a:rPr lang="fr-FR" sz="1000" b="0" i="0" dirty="0">
              <a:solidFill>
                <a:srgbClr val="242424"/>
              </a:solidFill>
              <a:effectLst/>
              <a:latin typeface="source-serif-pro"/>
            </a:rPr>
            <a:t>Capture des relations et du contexte global de l'image</a:t>
          </a:r>
          <a:endParaRPr lang="fr-FR" sz="1000" b="1" i="0" dirty="0">
            <a:solidFill>
              <a:srgbClr val="242424"/>
            </a:solidFill>
            <a:effectLst/>
            <a:latin typeface="source-serif-pro"/>
          </a:endParaRPr>
        </a:p>
      </dgm:t>
    </dgm:pt>
    <dgm:pt modelId="{FF8EE044-3037-49B7-8A3A-3E534CE7C9B3}" type="parTrans" cxnId="{D5EC6146-E37A-474E-B122-C2861E20FF1C}">
      <dgm:prSet/>
      <dgm:spPr/>
      <dgm:t>
        <a:bodyPr/>
        <a:lstStyle/>
        <a:p>
          <a:endParaRPr lang="fr-FR" sz="1000"/>
        </a:p>
      </dgm:t>
    </dgm:pt>
    <dgm:pt modelId="{07CDBF65-EA83-4BE9-BA95-13A4B1650150}" type="sibTrans" cxnId="{D5EC6146-E37A-474E-B122-C2861E20FF1C}">
      <dgm:prSet/>
      <dgm:spPr/>
      <dgm:t>
        <a:bodyPr/>
        <a:lstStyle/>
        <a:p>
          <a:endParaRPr lang="fr-FR" sz="1000"/>
        </a:p>
      </dgm:t>
    </dgm:pt>
    <dgm:pt modelId="{EEBA69B7-F5A4-4890-B4BA-C4EF51C0D72D}">
      <dgm:prSet custT="1"/>
      <dgm:spPr/>
      <dgm:t>
        <a:bodyPr/>
        <a:lstStyle/>
        <a:p>
          <a:r>
            <a:rPr lang="fr-FR" sz="1000" b="1" i="0" dirty="0">
              <a:solidFill>
                <a:srgbClr val="242424"/>
              </a:solidFill>
              <a:effectLst/>
              <a:latin typeface="source-serif-pro"/>
            </a:rPr>
            <a:t>Multi-Head Attention</a:t>
          </a:r>
        </a:p>
      </dgm:t>
    </dgm:pt>
    <dgm:pt modelId="{7193A9C7-12A7-479C-892B-F5AD32AF63D3}" type="parTrans" cxnId="{06B552E4-DDE1-4D81-828F-E795E6DD836B}">
      <dgm:prSet/>
      <dgm:spPr/>
      <dgm:t>
        <a:bodyPr/>
        <a:lstStyle/>
        <a:p>
          <a:endParaRPr lang="fr-FR" sz="1000"/>
        </a:p>
      </dgm:t>
    </dgm:pt>
    <dgm:pt modelId="{C02B1761-1345-435B-9F81-0184677DC5FF}" type="sibTrans" cxnId="{06B552E4-DDE1-4D81-828F-E795E6DD836B}">
      <dgm:prSet custT="1"/>
      <dgm:spPr/>
      <dgm:t>
        <a:bodyPr/>
        <a:lstStyle/>
        <a:p>
          <a:endParaRPr lang="fr-FR" sz="1000"/>
        </a:p>
      </dgm:t>
    </dgm:pt>
    <dgm:pt modelId="{F303A499-F7E5-4E93-AF87-037587A9A916}">
      <dgm:prSet custT="1"/>
      <dgm:spPr/>
      <dgm:t>
        <a:bodyPr/>
        <a:lstStyle/>
        <a:p>
          <a:r>
            <a:rPr lang="fr-FR" sz="1000" b="0" i="0" dirty="0">
              <a:solidFill>
                <a:srgbClr val="242424"/>
              </a:solidFill>
              <a:effectLst/>
              <a:latin typeface="source-serif-pro"/>
            </a:rPr>
            <a:t>Le modèle utilise plusieurs “têtes” d’attention.
Chaque tête apprend des relations différentes </a:t>
          </a:r>
        </a:p>
      </dgm:t>
    </dgm:pt>
    <dgm:pt modelId="{84E05290-4D3F-4863-80C9-DF9D23D84E45}" type="parTrans" cxnId="{3E84BAC8-9FB9-48E6-899D-319BD10281D0}">
      <dgm:prSet/>
      <dgm:spPr/>
      <dgm:t>
        <a:bodyPr/>
        <a:lstStyle/>
        <a:p>
          <a:endParaRPr lang="fr-FR" sz="1000"/>
        </a:p>
      </dgm:t>
    </dgm:pt>
    <dgm:pt modelId="{6AC69077-84A2-42F2-821C-E808F1484287}" type="sibTrans" cxnId="{3E84BAC8-9FB9-48E6-899D-319BD10281D0}">
      <dgm:prSet/>
      <dgm:spPr/>
      <dgm:t>
        <a:bodyPr/>
        <a:lstStyle/>
        <a:p>
          <a:endParaRPr lang="fr-FR" sz="1000"/>
        </a:p>
      </dgm:t>
    </dgm:pt>
    <dgm:pt modelId="{6193E955-1A3C-4816-9E33-20E16408E408}">
      <dgm:prSet custT="1"/>
      <dgm:spPr/>
      <dgm:t>
        <a:bodyPr/>
        <a:lstStyle/>
        <a:p>
          <a:r>
            <a:rPr lang="fr-FR" sz="1000" b="1" i="0" kern="1200" dirty="0">
              <a:solidFill>
                <a:srgbClr val="242424"/>
              </a:solidFill>
              <a:effectLst/>
              <a:latin typeface="source-serif-pro"/>
              <a:ea typeface="+mn-ea"/>
              <a:cs typeface="+mn-cs"/>
            </a:rPr>
            <a:t>Classification</a:t>
          </a:r>
        </a:p>
      </dgm:t>
    </dgm:pt>
    <dgm:pt modelId="{22F7D6C3-73D7-4E8F-8035-632F7CC15561}" type="parTrans" cxnId="{A8FC333A-4624-499A-9BFA-EA07E71B95DA}">
      <dgm:prSet/>
      <dgm:spPr/>
      <dgm:t>
        <a:bodyPr/>
        <a:lstStyle/>
        <a:p>
          <a:endParaRPr lang="fr-FR"/>
        </a:p>
      </dgm:t>
    </dgm:pt>
    <dgm:pt modelId="{A43D0D53-0D42-4A8B-808C-E07D10526CF5}" type="sibTrans" cxnId="{A8FC333A-4624-499A-9BFA-EA07E71B95DA}">
      <dgm:prSet/>
      <dgm:spPr/>
      <dgm:t>
        <a:bodyPr/>
        <a:lstStyle/>
        <a:p>
          <a:endParaRPr lang="fr-FR"/>
        </a:p>
      </dgm:t>
    </dgm:pt>
    <dgm:pt modelId="{D92F4862-5947-48A4-AF53-7C138132FF00}">
      <dgm:prSet custT="1"/>
      <dgm:spPr/>
      <dgm:t>
        <a:bodyPr/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Arial" panose="020B0604020202020204" pitchFamily="34" charset="0"/>
            <a:buChar char="•"/>
          </a:pPr>
          <a:r>
            <a:rPr lang="fr-FR" sz="1000" b="1" i="0" kern="1200" dirty="0">
              <a:solidFill>
                <a:srgbClr val="242424"/>
              </a:solidFill>
              <a:effectLst/>
              <a:latin typeface="source-serif-pro"/>
              <a:ea typeface="+mn-ea"/>
              <a:cs typeface="+mn-cs"/>
            </a:rPr>
            <a:t> Extraction du jeton de classification [CLS] </a:t>
          </a:r>
        </a:p>
      </dgm:t>
    </dgm:pt>
    <dgm:pt modelId="{82C6FB92-6973-4C53-960C-7C83728AAE45}" type="parTrans" cxnId="{029D0FAD-A2B2-435D-9292-31C436D4313C}">
      <dgm:prSet/>
      <dgm:spPr/>
      <dgm:t>
        <a:bodyPr/>
        <a:lstStyle/>
        <a:p>
          <a:endParaRPr lang="fr-FR"/>
        </a:p>
      </dgm:t>
    </dgm:pt>
    <dgm:pt modelId="{AF47E6A2-662A-4724-921E-0F37843ED1B7}" type="sibTrans" cxnId="{029D0FAD-A2B2-435D-9292-31C436D4313C}">
      <dgm:prSet/>
      <dgm:spPr/>
      <dgm:t>
        <a:bodyPr/>
        <a:lstStyle/>
        <a:p>
          <a:endParaRPr lang="fr-FR"/>
        </a:p>
      </dgm:t>
    </dgm:pt>
    <dgm:pt modelId="{6C5E197C-5BDC-4DF0-A1E2-BB9ED2C09146}">
      <dgm:prSet custT="1"/>
      <dgm:spPr/>
      <dgm:t>
        <a:bodyPr/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Arial" panose="020B0604020202020204" pitchFamily="34" charset="0"/>
            <a:buChar char="•"/>
          </a:pPr>
          <a:r>
            <a:rPr lang="fr-FR" sz="1000" b="0" i="0" kern="1200" dirty="0">
              <a:solidFill>
                <a:srgbClr val="242424"/>
              </a:solidFill>
              <a:effectLst/>
              <a:latin typeface="source-serif-pro"/>
              <a:ea typeface="+mn-ea"/>
              <a:cs typeface="+mn-cs"/>
            </a:rPr>
            <a:t>Le jeton contient un résumé global de l'image </a:t>
          </a:r>
        </a:p>
      </dgm:t>
    </dgm:pt>
    <dgm:pt modelId="{0080C0D1-601D-4FEA-9BF8-723380EE4474}" type="parTrans" cxnId="{FF1A1361-4B7A-4914-96A0-21BBC225AD42}">
      <dgm:prSet/>
      <dgm:spPr/>
      <dgm:t>
        <a:bodyPr/>
        <a:lstStyle/>
        <a:p>
          <a:endParaRPr lang="fr-FR"/>
        </a:p>
      </dgm:t>
    </dgm:pt>
    <dgm:pt modelId="{68C3AFC0-A5A7-47B6-A0F4-5947A3A7D7DF}" type="sibTrans" cxnId="{FF1A1361-4B7A-4914-96A0-21BBC225AD42}">
      <dgm:prSet/>
      <dgm:spPr/>
      <dgm:t>
        <a:bodyPr/>
        <a:lstStyle/>
        <a:p>
          <a:endParaRPr lang="fr-FR"/>
        </a:p>
      </dgm:t>
    </dgm:pt>
    <dgm:pt modelId="{CB6DFB35-5163-4503-B3E8-A8F836130BA6}">
      <dgm:prSet custT="1"/>
      <dgm:spPr/>
      <dgm:t>
        <a:bodyPr/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Arial" panose="020B0604020202020204" pitchFamily="34" charset="0"/>
            <a:buChar char="•"/>
          </a:pPr>
          <a:r>
            <a:rPr lang="fr-FR" sz="1000" b="0" i="0" kern="1200" dirty="0">
              <a:solidFill>
                <a:srgbClr val="242424"/>
              </a:solidFill>
              <a:effectLst/>
              <a:latin typeface="source-serif-pro"/>
              <a:ea typeface="+mn-ea"/>
              <a:cs typeface="+mn-cs"/>
            </a:rPr>
            <a:t>Couche Dense (MLP Head) </a:t>
          </a:r>
        </a:p>
      </dgm:t>
    </dgm:pt>
    <dgm:pt modelId="{1636CF9B-AC26-472F-9364-92D62E4FB479}" type="parTrans" cxnId="{1ABB010B-9524-4684-8B87-02807197664C}">
      <dgm:prSet/>
      <dgm:spPr/>
      <dgm:t>
        <a:bodyPr/>
        <a:lstStyle/>
        <a:p>
          <a:endParaRPr lang="fr-FR"/>
        </a:p>
      </dgm:t>
    </dgm:pt>
    <dgm:pt modelId="{16052B9C-3990-406C-B4C7-A3A52C73A0CC}" type="sibTrans" cxnId="{1ABB010B-9524-4684-8B87-02807197664C}">
      <dgm:prSet/>
      <dgm:spPr/>
      <dgm:t>
        <a:bodyPr/>
        <a:lstStyle/>
        <a:p>
          <a:endParaRPr lang="fr-FR"/>
        </a:p>
      </dgm:t>
    </dgm:pt>
    <dgm:pt modelId="{920B8C62-E304-479F-A90A-AEDE06C4BAF1}">
      <dgm:prSet custT="1"/>
      <dgm:spPr/>
      <dgm:t>
        <a:bodyPr/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Arial" panose="020B0604020202020204" pitchFamily="34" charset="0"/>
            <a:buChar char="•"/>
          </a:pPr>
          <a:r>
            <a:rPr lang="fr-FR" sz="1000" b="0" i="0" kern="1200" dirty="0">
              <a:solidFill>
                <a:srgbClr val="242424"/>
              </a:solidFill>
              <a:effectLst/>
              <a:latin typeface="source-serif-pro"/>
              <a:ea typeface="+mn-ea"/>
              <a:cs typeface="+mn-cs"/>
            </a:rPr>
            <a:t>Calcul des probabilités via </a:t>
          </a:r>
          <a:r>
            <a:rPr lang="fr-FR" sz="1000" b="1" i="0" kern="1200" dirty="0" err="1">
              <a:solidFill>
                <a:srgbClr val="242424"/>
              </a:solidFill>
              <a:effectLst/>
              <a:latin typeface="source-serif-pro"/>
              <a:ea typeface="+mn-ea"/>
              <a:cs typeface="+mn-cs"/>
            </a:rPr>
            <a:t>Softmax</a:t>
          </a:r>
          <a:r>
            <a:rPr lang="fr-FR" sz="1000" b="0" i="0" kern="1200" dirty="0">
              <a:solidFill>
                <a:srgbClr val="242424"/>
              </a:solidFill>
              <a:effectLst/>
              <a:latin typeface="source-serif-pro"/>
              <a:ea typeface="+mn-ea"/>
              <a:cs typeface="+mn-cs"/>
            </a:rPr>
            <a:t> </a:t>
          </a:r>
        </a:p>
      </dgm:t>
    </dgm:pt>
    <dgm:pt modelId="{8E624D13-5174-4F76-BEF0-32E794066BAB}" type="parTrans" cxnId="{81004AE0-818A-4613-B96D-5DA21D8466C9}">
      <dgm:prSet/>
      <dgm:spPr/>
      <dgm:t>
        <a:bodyPr/>
        <a:lstStyle/>
        <a:p>
          <a:endParaRPr lang="fr-FR"/>
        </a:p>
      </dgm:t>
    </dgm:pt>
    <dgm:pt modelId="{E62255E2-79DF-4BAE-B37D-32AC7BE14125}" type="sibTrans" cxnId="{81004AE0-818A-4613-B96D-5DA21D8466C9}">
      <dgm:prSet/>
      <dgm:spPr/>
      <dgm:t>
        <a:bodyPr/>
        <a:lstStyle/>
        <a:p>
          <a:endParaRPr lang="fr-FR"/>
        </a:p>
      </dgm:t>
    </dgm:pt>
    <dgm:pt modelId="{FCEEB9C3-4269-4A1E-870D-732995BABA47}">
      <dgm:prSet custT="1"/>
      <dgm:spPr/>
      <dgm:t>
        <a:bodyPr/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Arial" panose="020B0604020202020204" pitchFamily="34" charset="0"/>
            <a:buChar char="•"/>
          </a:pPr>
          <a:r>
            <a:rPr lang="fr-FR" sz="1000" b="1" i="0" kern="1200" dirty="0">
              <a:solidFill>
                <a:srgbClr val="242424"/>
              </a:solidFill>
              <a:effectLst/>
              <a:latin typeface="source-serif-pro"/>
              <a:ea typeface="+mn-ea"/>
              <a:cs typeface="+mn-cs"/>
            </a:rPr>
            <a:t>Classe prédite</a:t>
          </a:r>
        </a:p>
      </dgm:t>
    </dgm:pt>
    <dgm:pt modelId="{86EDB9E5-D96F-4A3F-A4D5-6F4AF8840960}" type="parTrans" cxnId="{A29135CD-6484-445C-98C1-4B4D8C08BE26}">
      <dgm:prSet/>
      <dgm:spPr/>
      <dgm:t>
        <a:bodyPr/>
        <a:lstStyle/>
        <a:p>
          <a:endParaRPr lang="fr-FR"/>
        </a:p>
      </dgm:t>
    </dgm:pt>
    <dgm:pt modelId="{2ED4F6F1-56F0-44C4-8C70-3E473D4A33FB}" type="sibTrans" cxnId="{A29135CD-6484-445C-98C1-4B4D8C08BE26}">
      <dgm:prSet/>
      <dgm:spPr/>
      <dgm:t>
        <a:bodyPr/>
        <a:lstStyle/>
        <a:p>
          <a:endParaRPr lang="fr-FR"/>
        </a:p>
      </dgm:t>
    </dgm:pt>
    <dgm:pt modelId="{B0A30935-375D-4064-A98C-CF43B109567E}">
      <dgm:prSet custT="1"/>
      <dgm:spPr/>
      <dgm:t>
        <a:bodyPr/>
        <a:lstStyle/>
        <a:p>
          <a:r>
            <a:rPr lang="fr-FR" sz="1000" b="1" i="0" dirty="0" err="1">
              <a:solidFill>
                <a:srgbClr val="242424"/>
              </a:solidFill>
              <a:effectLst/>
              <a:latin typeface="source-serif-pro"/>
            </a:rPr>
            <a:t>LayerNorm</a:t>
          </a:r>
          <a:r>
            <a:rPr lang="fr-FR" sz="1000" b="1" i="0" dirty="0">
              <a:solidFill>
                <a:srgbClr val="242424"/>
              </a:solidFill>
              <a:effectLst/>
              <a:latin typeface="source-serif-pro"/>
            </a:rPr>
            <a:t>: </a:t>
          </a:r>
          <a:r>
            <a:rPr lang="fr-FR" sz="1000" b="0" i="0" dirty="0">
              <a:solidFill>
                <a:srgbClr val="242424"/>
              </a:solidFill>
              <a:effectLst/>
              <a:latin typeface="source-serif-pro"/>
            </a:rPr>
            <a:t>Stabilise l'apprentissage</a:t>
          </a:r>
        </a:p>
      </dgm:t>
    </dgm:pt>
    <dgm:pt modelId="{3A550184-CAD8-4B1E-9527-02CEDBCCF404}" type="parTrans" cxnId="{85898253-55CA-421B-B538-9A8AD1CFB85E}">
      <dgm:prSet/>
      <dgm:spPr/>
      <dgm:t>
        <a:bodyPr/>
        <a:lstStyle/>
        <a:p>
          <a:endParaRPr lang="fr-FR"/>
        </a:p>
      </dgm:t>
    </dgm:pt>
    <dgm:pt modelId="{BABCC378-A03F-49ED-B3B4-3AFE96911D0A}" type="sibTrans" cxnId="{85898253-55CA-421B-B538-9A8AD1CFB85E}">
      <dgm:prSet/>
      <dgm:spPr/>
      <dgm:t>
        <a:bodyPr/>
        <a:lstStyle/>
        <a:p>
          <a:endParaRPr lang="fr-FR"/>
        </a:p>
      </dgm:t>
    </dgm:pt>
    <dgm:pt modelId="{BF974DEB-BE43-4994-AFEA-72D9D5F48F4C}">
      <dgm:prSet custT="1"/>
      <dgm:spPr/>
      <dgm:t>
        <a:bodyPr/>
        <a:lstStyle/>
        <a:p>
          <a:r>
            <a:rPr lang="fr-FR" sz="1000" b="1" i="0" dirty="0">
              <a:solidFill>
                <a:srgbClr val="242424"/>
              </a:solidFill>
              <a:effectLst/>
              <a:latin typeface="source-serif-pro"/>
            </a:rPr>
            <a:t>MLP (</a:t>
          </a:r>
          <a:r>
            <a:rPr lang="fr-FR" sz="1000" b="1" i="0" dirty="0" err="1">
              <a:solidFill>
                <a:srgbClr val="242424"/>
              </a:solidFill>
              <a:effectLst/>
              <a:latin typeface="source-serif-pro"/>
            </a:rPr>
            <a:t>Feed</a:t>
          </a:r>
          <a:r>
            <a:rPr lang="fr-FR" sz="1000" b="1" i="0" dirty="0">
              <a:solidFill>
                <a:srgbClr val="242424"/>
              </a:solidFill>
              <a:effectLst/>
              <a:latin typeface="source-serif-pro"/>
            </a:rPr>
            <a:t> </a:t>
          </a:r>
          <a:r>
            <a:rPr lang="fr-FR" sz="1000" b="1" i="0" dirty="0" err="1">
              <a:solidFill>
                <a:srgbClr val="242424"/>
              </a:solidFill>
              <a:effectLst/>
              <a:latin typeface="source-serif-pro"/>
            </a:rPr>
            <a:t>Forward</a:t>
          </a:r>
          <a:r>
            <a:rPr lang="fr-FR" sz="1000" b="1" i="0" dirty="0">
              <a:solidFill>
                <a:srgbClr val="242424"/>
              </a:solidFill>
              <a:effectLst/>
              <a:latin typeface="source-serif-pro"/>
            </a:rPr>
            <a:t> </a:t>
          </a:r>
          <a:r>
            <a:rPr lang="fr-FR" sz="1000" b="1" i="0" dirty="0" err="1">
              <a:solidFill>
                <a:srgbClr val="242424"/>
              </a:solidFill>
              <a:effectLst/>
              <a:latin typeface="source-serif-pro"/>
            </a:rPr>
            <a:t>Netwok</a:t>
          </a:r>
          <a:r>
            <a:rPr lang="fr-FR" sz="1000" b="1" i="0" dirty="0">
              <a:solidFill>
                <a:srgbClr val="242424"/>
              </a:solidFill>
              <a:effectLst/>
              <a:latin typeface="source-serif-pro"/>
            </a:rPr>
            <a:t>) : </a:t>
          </a:r>
          <a:r>
            <a:rPr lang="fr-FR" sz="1000" b="0" i="0" dirty="0">
              <a:solidFill>
                <a:srgbClr val="242424"/>
              </a:solidFill>
              <a:effectLst/>
              <a:latin typeface="source-serif-pro"/>
            </a:rPr>
            <a:t>Enrichit les représentations apprises</a:t>
          </a:r>
        </a:p>
      </dgm:t>
    </dgm:pt>
    <dgm:pt modelId="{721B5CFD-8804-434E-9479-EF5BDAED3749}" type="parTrans" cxnId="{25DC6AA7-8BAF-4ECA-9954-23FF8F4DA59F}">
      <dgm:prSet/>
      <dgm:spPr/>
      <dgm:t>
        <a:bodyPr/>
        <a:lstStyle/>
        <a:p>
          <a:endParaRPr lang="fr-FR"/>
        </a:p>
      </dgm:t>
    </dgm:pt>
    <dgm:pt modelId="{A921FD08-4987-4EEB-9649-AB5E840D37C1}" type="sibTrans" cxnId="{25DC6AA7-8BAF-4ECA-9954-23FF8F4DA59F}">
      <dgm:prSet/>
      <dgm:spPr/>
      <dgm:t>
        <a:bodyPr/>
        <a:lstStyle/>
        <a:p>
          <a:endParaRPr lang="fr-FR"/>
        </a:p>
      </dgm:t>
    </dgm:pt>
    <dgm:pt modelId="{6058568E-0754-4518-A11B-72E1E1C1A2E8}">
      <dgm:prSet custT="1"/>
      <dgm:spPr/>
      <dgm:t>
        <a:bodyPr/>
        <a:lstStyle/>
        <a:p>
          <a:r>
            <a:rPr lang="fr-FR" sz="1000" b="1" i="0" dirty="0" err="1">
              <a:solidFill>
                <a:srgbClr val="242424"/>
              </a:solidFill>
              <a:effectLst/>
              <a:latin typeface="source-serif-pro"/>
            </a:rPr>
            <a:t>Residual</a:t>
          </a:r>
          <a:r>
            <a:rPr lang="fr-FR" sz="1000" b="1" i="0" dirty="0">
              <a:solidFill>
                <a:srgbClr val="242424"/>
              </a:solidFill>
              <a:effectLst/>
              <a:latin typeface="source-serif-pro"/>
            </a:rPr>
            <a:t> connections : </a:t>
          </a:r>
          <a:r>
            <a:rPr lang="fr-FR" sz="1000" b="0" i="0" dirty="0">
              <a:solidFill>
                <a:srgbClr val="242424"/>
              </a:solidFill>
              <a:effectLst/>
              <a:latin typeface="source-serif-pro"/>
            </a:rPr>
            <a:t>Ajoute l'entrée à la sortie pour éviter la perte d'information</a:t>
          </a:r>
        </a:p>
      </dgm:t>
    </dgm:pt>
    <dgm:pt modelId="{928410AA-04BF-46DD-901F-340C79A42F25}" type="parTrans" cxnId="{55B76A57-1291-4536-A90B-0E79F770FCB2}">
      <dgm:prSet/>
      <dgm:spPr/>
      <dgm:t>
        <a:bodyPr/>
        <a:lstStyle/>
        <a:p>
          <a:endParaRPr lang="fr-FR"/>
        </a:p>
      </dgm:t>
    </dgm:pt>
    <dgm:pt modelId="{ED410A01-787B-4EFD-BD4A-33CBEC580551}" type="sibTrans" cxnId="{55B76A57-1291-4536-A90B-0E79F770FCB2}">
      <dgm:prSet/>
      <dgm:spPr/>
      <dgm:t>
        <a:bodyPr/>
        <a:lstStyle/>
        <a:p>
          <a:endParaRPr lang="fr-FR"/>
        </a:p>
      </dgm:t>
    </dgm:pt>
    <dgm:pt modelId="{4A300B65-68BD-447A-83BF-30B5EC0C439D}">
      <dgm:prSet custT="1"/>
      <dgm:spPr/>
      <dgm:t>
        <a:bodyPr/>
        <a:lstStyle/>
        <a:p>
          <a:r>
            <a:rPr lang="fr-FR" sz="1000" b="0" i="0" dirty="0">
              <a:solidFill>
                <a:srgbClr val="242424"/>
              </a:solidFill>
              <a:effectLst/>
              <a:latin typeface="source-serif-pro"/>
            </a:rPr>
            <a:t>Sert de représentation finale pour prédire la classe</a:t>
          </a:r>
        </a:p>
      </dgm:t>
    </dgm:pt>
    <dgm:pt modelId="{B8BB14B3-1649-406F-BA69-AFE23C253F02}" type="parTrans" cxnId="{91ECB8F6-33FD-43CA-A512-441ABF96E96B}">
      <dgm:prSet/>
      <dgm:spPr/>
      <dgm:t>
        <a:bodyPr/>
        <a:lstStyle/>
        <a:p>
          <a:endParaRPr lang="fr-FR"/>
        </a:p>
      </dgm:t>
    </dgm:pt>
    <dgm:pt modelId="{ED7CEEF5-AC58-4AA9-9405-9FF666673D38}" type="sibTrans" cxnId="{91ECB8F6-33FD-43CA-A512-441ABF96E96B}">
      <dgm:prSet/>
      <dgm:spPr/>
      <dgm:t>
        <a:bodyPr/>
        <a:lstStyle/>
        <a:p>
          <a:endParaRPr lang="fr-FR"/>
        </a:p>
      </dgm:t>
    </dgm:pt>
    <dgm:pt modelId="{9B78E89D-CA52-4BA5-AB9F-9AE5FD16FA52}">
      <dgm:prSet custT="1"/>
      <dgm:spPr/>
      <dgm:t>
        <a:bodyPr/>
        <a:lstStyle/>
        <a:p>
          <a:r>
            <a:rPr lang="fr-FR" sz="1000" b="1" i="0" dirty="0">
              <a:solidFill>
                <a:srgbClr val="242424"/>
              </a:solidFill>
              <a:effectLst/>
              <a:latin typeface="source-serif-pro"/>
            </a:rPr>
            <a:t>Jeton de classification</a:t>
          </a:r>
          <a:endParaRPr lang="fr-FR" sz="1000" b="0" i="0" dirty="0">
            <a:solidFill>
              <a:srgbClr val="242424"/>
            </a:solidFill>
            <a:effectLst/>
            <a:latin typeface="source-serif-pro"/>
          </a:endParaRPr>
        </a:p>
      </dgm:t>
    </dgm:pt>
    <dgm:pt modelId="{2A53A434-56D7-4C81-8B03-090413C7DCF0}" type="parTrans" cxnId="{448A41AD-6E88-4B26-8687-190FCD17E6D9}">
      <dgm:prSet/>
      <dgm:spPr/>
      <dgm:t>
        <a:bodyPr/>
        <a:lstStyle/>
        <a:p>
          <a:endParaRPr lang="fr-FR"/>
        </a:p>
      </dgm:t>
    </dgm:pt>
    <dgm:pt modelId="{424FAE5D-517B-411B-A6A6-180374853B90}" type="sibTrans" cxnId="{448A41AD-6E88-4B26-8687-190FCD17E6D9}">
      <dgm:prSet/>
      <dgm:spPr/>
      <dgm:t>
        <a:bodyPr/>
        <a:lstStyle/>
        <a:p>
          <a:endParaRPr lang="fr-FR"/>
        </a:p>
      </dgm:t>
    </dgm:pt>
    <dgm:pt modelId="{E98F7264-855A-4F07-8A69-B7A5A3592421}">
      <dgm:prSet custT="1"/>
      <dgm:spPr/>
      <dgm:t>
        <a:bodyPr/>
        <a:lstStyle/>
        <a:p>
          <a:r>
            <a:rPr lang="fr-FR" sz="1000" b="1" i="0" kern="1200" dirty="0">
              <a:solidFill>
                <a:srgbClr val="242424"/>
              </a:solidFill>
              <a:effectLst/>
              <a:latin typeface="source-serif-pro"/>
              <a:ea typeface="+mn-ea"/>
              <a:cs typeface="+mn-cs"/>
            </a:rPr>
            <a:t>Matrices </a:t>
          </a:r>
          <a:r>
            <a:rPr lang="en-US" sz="1000" b="1" i="0" kern="1200" dirty="0">
              <a:solidFill>
                <a:srgbClr val="242424"/>
              </a:solidFill>
              <a:effectLst/>
              <a:latin typeface="source-serif-pro"/>
              <a:ea typeface="+mn-ea"/>
              <a:cs typeface="+mn-cs"/>
            </a:rPr>
            <a:t>Q (Query), K (Key) et V (Value)</a:t>
          </a:r>
          <a:endParaRPr lang="fr-FR" sz="1000" b="1" i="0" kern="1200" dirty="0">
            <a:solidFill>
              <a:srgbClr val="242424"/>
            </a:solidFill>
            <a:effectLst/>
            <a:latin typeface="source-serif-pro"/>
            <a:ea typeface="+mn-ea"/>
            <a:cs typeface="+mn-cs"/>
          </a:endParaRPr>
        </a:p>
      </dgm:t>
    </dgm:pt>
    <dgm:pt modelId="{A2795E31-61CB-4448-95E3-5FB19AB8E3BE}" type="parTrans" cxnId="{69A602FE-83FE-4E11-8A01-A67A336E27EC}">
      <dgm:prSet/>
      <dgm:spPr/>
      <dgm:t>
        <a:bodyPr/>
        <a:lstStyle/>
        <a:p>
          <a:endParaRPr lang="fr-FR"/>
        </a:p>
      </dgm:t>
    </dgm:pt>
    <dgm:pt modelId="{5CF6A605-FF48-487A-90FB-BBDD32D52756}" type="sibTrans" cxnId="{69A602FE-83FE-4E11-8A01-A67A336E27EC}">
      <dgm:prSet/>
      <dgm:spPr/>
      <dgm:t>
        <a:bodyPr/>
        <a:lstStyle/>
        <a:p>
          <a:endParaRPr lang="fr-FR"/>
        </a:p>
      </dgm:t>
    </dgm:pt>
    <dgm:pt modelId="{23B42336-1C3E-4D71-BA82-41B6AC7722D8}" type="pres">
      <dgm:prSet presAssocID="{95B2EEEA-AD81-4AF1-92B8-79F43F9F8125}" presName="Name0" presStyleCnt="0">
        <dgm:presLayoutVars>
          <dgm:dir/>
          <dgm:animLvl val="lvl"/>
          <dgm:resizeHandles val="exact"/>
        </dgm:presLayoutVars>
      </dgm:prSet>
      <dgm:spPr/>
    </dgm:pt>
    <dgm:pt modelId="{1B94A303-44E0-4A07-B487-2126FA3ABFAE}" type="pres">
      <dgm:prSet presAssocID="{E1DE6077-8A38-45A0-B737-B9580922E17F}" presName="composite" presStyleCnt="0"/>
      <dgm:spPr/>
    </dgm:pt>
    <dgm:pt modelId="{6B704D73-F505-41A3-9FA8-ED3897C6B2B2}" type="pres">
      <dgm:prSet presAssocID="{E1DE6077-8A38-45A0-B737-B9580922E17F}" presName="parTx" presStyleLbl="node1" presStyleIdx="0" presStyleCnt="9">
        <dgm:presLayoutVars>
          <dgm:chMax val="0"/>
          <dgm:chPref val="0"/>
          <dgm:bulletEnabled val="1"/>
        </dgm:presLayoutVars>
      </dgm:prSet>
      <dgm:spPr/>
    </dgm:pt>
    <dgm:pt modelId="{ED70CD38-0E87-4271-848E-E5AC10379F6A}" type="pres">
      <dgm:prSet presAssocID="{E1DE6077-8A38-45A0-B737-B9580922E17F}" presName="desTx" presStyleLbl="revTx" presStyleIdx="0" presStyleCnt="9">
        <dgm:presLayoutVars>
          <dgm:bulletEnabled val="1"/>
        </dgm:presLayoutVars>
      </dgm:prSet>
      <dgm:spPr/>
    </dgm:pt>
    <dgm:pt modelId="{74B6491F-0D06-486E-B817-94344F1125A3}" type="pres">
      <dgm:prSet presAssocID="{4525238C-3BE0-4579-8C40-383C629F6B0D}" presName="space" presStyleCnt="0"/>
      <dgm:spPr/>
    </dgm:pt>
    <dgm:pt modelId="{775610EE-3CBF-4C5A-A117-BF7921616514}" type="pres">
      <dgm:prSet presAssocID="{20C22F43-87CD-4E4C-923C-2F1331B9D16C}" presName="composite" presStyleCnt="0"/>
      <dgm:spPr/>
    </dgm:pt>
    <dgm:pt modelId="{044B52D1-F152-4BD0-A45D-29F8C96B34C0}" type="pres">
      <dgm:prSet presAssocID="{20C22F43-87CD-4E4C-923C-2F1331B9D16C}" presName="parTx" presStyleLbl="node1" presStyleIdx="1" presStyleCnt="9">
        <dgm:presLayoutVars>
          <dgm:chMax val="0"/>
          <dgm:chPref val="0"/>
          <dgm:bulletEnabled val="1"/>
        </dgm:presLayoutVars>
      </dgm:prSet>
      <dgm:spPr/>
    </dgm:pt>
    <dgm:pt modelId="{A18F8C6B-9A73-4706-B5E8-34A66F5EAA52}" type="pres">
      <dgm:prSet presAssocID="{20C22F43-87CD-4E4C-923C-2F1331B9D16C}" presName="desTx" presStyleLbl="revTx" presStyleIdx="1" presStyleCnt="9">
        <dgm:presLayoutVars>
          <dgm:bulletEnabled val="1"/>
        </dgm:presLayoutVars>
      </dgm:prSet>
      <dgm:spPr/>
    </dgm:pt>
    <dgm:pt modelId="{11803C5E-DA22-4D2C-8DAA-571AEC18CCC7}" type="pres">
      <dgm:prSet presAssocID="{E1D091E5-EF3A-4B5F-8B56-F589C8321B54}" presName="space" presStyleCnt="0"/>
      <dgm:spPr/>
    </dgm:pt>
    <dgm:pt modelId="{6DBF7016-6B19-41EE-9713-642ADF660D1C}" type="pres">
      <dgm:prSet presAssocID="{279BED7E-7A43-4DBC-88C2-6E8402391537}" presName="composite" presStyleCnt="0"/>
      <dgm:spPr/>
    </dgm:pt>
    <dgm:pt modelId="{2566E3D5-4AF9-499E-8DA9-AE6D1D823FC8}" type="pres">
      <dgm:prSet presAssocID="{279BED7E-7A43-4DBC-88C2-6E8402391537}" presName="parTx" presStyleLbl="node1" presStyleIdx="2" presStyleCnt="9">
        <dgm:presLayoutVars>
          <dgm:chMax val="0"/>
          <dgm:chPref val="0"/>
          <dgm:bulletEnabled val="1"/>
        </dgm:presLayoutVars>
      </dgm:prSet>
      <dgm:spPr/>
    </dgm:pt>
    <dgm:pt modelId="{D2BB58A7-A50F-4CBA-B57F-9E330A70AF6D}" type="pres">
      <dgm:prSet presAssocID="{279BED7E-7A43-4DBC-88C2-6E8402391537}" presName="desTx" presStyleLbl="revTx" presStyleIdx="2" presStyleCnt="9">
        <dgm:presLayoutVars>
          <dgm:bulletEnabled val="1"/>
        </dgm:presLayoutVars>
      </dgm:prSet>
      <dgm:spPr/>
    </dgm:pt>
    <dgm:pt modelId="{B025C105-DF06-42A8-8EB7-686AF64A3048}" type="pres">
      <dgm:prSet presAssocID="{99070570-977C-41DA-A706-4B4AC84A4641}" presName="space" presStyleCnt="0"/>
      <dgm:spPr/>
    </dgm:pt>
    <dgm:pt modelId="{5333922A-A2BC-44A7-9DA8-7CA248C7DDAB}" type="pres">
      <dgm:prSet presAssocID="{BC041B6C-F12D-4173-995C-57AB6E136578}" presName="composite" presStyleCnt="0"/>
      <dgm:spPr/>
    </dgm:pt>
    <dgm:pt modelId="{8ECF7487-D55E-48A0-9337-05AB510C7292}" type="pres">
      <dgm:prSet presAssocID="{BC041B6C-F12D-4173-995C-57AB6E136578}" presName="parTx" presStyleLbl="node1" presStyleIdx="3" presStyleCnt="9">
        <dgm:presLayoutVars>
          <dgm:chMax val="0"/>
          <dgm:chPref val="0"/>
          <dgm:bulletEnabled val="1"/>
        </dgm:presLayoutVars>
      </dgm:prSet>
      <dgm:spPr/>
    </dgm:pt>
    <dgm:pt modelId="{8A0879DB-8FA2-4592-B8C5-B2DA1ED780A6}" type="pres">
      <dgm:prSet presAssocID="{BC041B6C-F12D-4173-995C-57AB6E136578}" presName="desTx" presStyleLbl="revTx" presStyleIdx="3" presStyleCnt="9">
        <dgm:presLayoutVars>
          <dgm:bulletEnabled val="1"/>
        </dgm:presLayoutVars>
      </dgm:prSet>
      <dgm:spPr/>
    </dgm:pt>
    <dgm:pt modelId="{DDA4A42B-91D7-460E-8B96-ED9B9CE1EB4C}" type="pres">
      <dgm:prSet presAssocID="{C75DB35A-DEBF-448F-A3CF-E06DA014D178}" presName="space" presStyleCnt="0"/>
      <dgm:spPr/>
    </dgm:pt>
    <dgm:pt modelId="{5CE35900-607D-40B6-8327-DC9ECAA48F2F}" type="pres">
      <dgm:prSet presAssocID="{A82E59B4-730A-4CF0-A2CC-E0807E3E7A4F}" presName="composite" presStyleCnt="0"/>
      <dgm:spPr/>
    </dgm:pt>
    <dgm:pt modelId="{8F17E4E4-EBE2-49EB-9D8B-FCB500EACA49}" type="pres">
      <dgm:prSet presAssocID="{A82E59B4-730A-4CF0-A2CC-E0807E3E7A4F}" presName="parTx" presStyleLbl="node1" presStyleIdx="4" presStyleCnt="9">
        <dgm:presLayoutVars>
          <dgm:chMax val="0"/>
          <dgm:chPref val="0"/>
          <dgm:bulletEnabled val="1"/>
        </dgm:presLayoutVars>
      </dgm:prSet>
      <dgm:spPr/>
    </dgm:pt>
    <dgm:pt modelId="{403EA3BF-B48A-472D-B525-80D7B2924FED}" type="pres">
      <dgm:prSet presAssocID="{A82E59B4-730A-4CF0-A2CC-E0807E3E7A4F}" presName="desTx" presStyleLbl="revTx" presStyleIdx="4" presStyleCnt="9">
        <dgm:presLayoutVars>
          <dgm:bulletEnabled val="1"/>
        </dgm:presLayoutVars>
      </dgm:prSet>
      <dgm:spPr/>
    </dgm:pt>
    <dgm:pt modelId="{B8324B01-433C-4595-BA97-501DCE7F9A30}" type="pres">
      <dgm:prSet presAssocID="{44D42302-E4AB-44FE-8F63-86B529997B27}" presName="space" presStyleCnt="0"/>
      <dgm:spPr/>
    </dgm:pt>
    <dgm:pt modelId="{D2FB8077-423D-417B-AB6E-19706C9410F5}" type="pres">
      <dgm:prSet presAssocID="{50950FEC-AFD9-41A9-B325-737A7CEDC0D4}" presName="composite" presStyleCnt="0"/>
      <dgm:spPr/>
    </dgm:pt>
    <dgm:pt modelId="{9B146272-6596-48A3-907B-0D97E69B605A}" type="pres">
      <dgm:prSet presAssocID="{50950FEC-AFD9-41A9-B325-737A7CEDC0D4}" presName="parTx" presStyleLbl="node1" presStyleIdx="5" presStyleCnt="9">
        <dgm:presLayoutVars>
          <dgm:chMax val="0"/>
          <dgm:chPref val="0"/>
          <dgm:bulletEnabled val="1"/>
        </dgm:presLayoutVars>
      </dgm:prSet>
      <dgm:spPr/>
    </dgm:pt>
    <dgm:pt modelId="{43CD1671-C5FD-48EA-9847-D2D1410BE91A}" type="pres">
      <dgm:prSet presAssocID="{50950FEC-AFD9-41A9-B325-737A7CEDC0D4}" presName="desTx" presStyleLbl="revTx" presStyleIdx="5" presStyleCnt="9">
        <dgm:presLayoutVars>
          <dgm:bulletEnabled val="1"/>
        </dgm:presLayoutVars>
      </dgm:prSet>
      <dgm:spPr/>
    </dgm:pt>
    <dgm:pt modelId="{520B43A7-ED73-458D-8A7F-8865EFBD4889}" type="pres">
      <dgm:prSet presAssocID="{CD60AFE0-428F-4BE8-8CDC-30495181140B}" presName="space" presStyleCnt="0"/>
      <dgm:spPr/>
    </dgm:pt>
    <dgm:pt modelId="{DD3BC589-C258-443C-BEFF-C710D503B982}" type="pres">
      <dgm:prSet presAssocID="{EEBA69B7-F5A4-4890-B4BA-C4EF51C0D72D}" presName="composite" presStyleCnt="0"/>
      <dgm:spPr/>
    </dgm:pt>
    <dgm:pt modelId="{942CDA1A-12C4-42B3-A23D-A969C8294626}" type="pres">
      <dgm:prSet presAssocID="{EEBA69B7-F5A4-4890-B4BA-C4EF51C0D72D}" presName="parTx" presStyleLbl="node1" presStyleIdx="6" presStyleCnt="9">
        <dgm:presLayoutVars>
          <dgm:chMax val="0"/>
          <dgm:chPref val="0"/>
          <dgm:bulletEnabled val="1"/>
        </dgm:presLayoutVars>
      </dgm:prSet>
      <dgm:spPr/>
    </dgm:pt>
    <dgm:pt modelId="{AB01B771-220F-4DE9-835D-03C87913A23E}" type="pres">
      <dgm:prSet presAssocID="{EEBA69B7-F5A4-4890-B4BA-C4EF51C0D72D}" presName="desTx" presStyleLbl="revTx" presStyleIdx="6" presStyleCnt="9">
        <dgm:presLayoutVars>
          <dgm:bulletEnabled val="1"/>
        </dgm:presLayoutVars>
      </dgm:prSet>
      <dgm:spPr/>
    </dgm:pt>
    <dgm:pt modelId="{F1099723-C107-470E-9D23-200531857583}" type="pres">
      <dgm:prSet presAssocID="{C02B1761-1345-435B-9F81-0184677DC5FF}" presName="space" presStyleCnt="0"/>
      <dgm:spPr/>
    </dgm:pt>
    <dgm:pt modelId="{483DCD2E-FA35-4228-81F4-648EA535E508}" type="pres">
      <dgm:prSet presAssocID="{CA6FC7D3-CF09-4242-91CF-A5628FD07374}" presName="composite" presStyleCnt="0"/>
      <dgm:spPr/>
    </dgm:pt>
    <dgm:pt modelId="{33CE10B8-5FE5-4B56-BCE5-F66AE9B6E683}" type="pres">
      <dgm:prSet presAssocID="{CA6FC7D3-CF09-4242-91CF-A5628FD07374}" presName="parTx" presStyleLbl="node1" presStyleIdx="7" presStyleCnt="9">
        <dgm:presLayoutVars>
          <dgm:chMax val="0"/>
          <dgm:chPref val="0"/>
          <dgm:bulletEnabled val="1"/>
        </dgm:presLayoutVars>
      </dgm:prSet>
      <dgm:spPr/>
    </dgm:pt>
    <dgm:pt modelId="{C332E63A-276B-45D5-994F-4222334E395D}" type="pres">
      <dgm:prSet presAssocID="{CA6FC7D3-CF09-4242-91CF-A5628FD07374}" presName="desTx" presStyleLbl="revTx" presStyleIdx="7" presStyleCnt="9" custScaleX="109429">
        <dgm:presLayoutVars>
          <dgm:bulletEnabled val="1"/>
        </dgm:presLayoutVars>
      </dgm:prSet>
      <dgm:spPr/>
    </dgm:pt>
    <dgm:pt modelId="{37E53192-9EDE-48A7-A572-BBC6473E8431}" type="pres">
      <dgm:prSet presAssocID="{E75729F5-B8A1-4F68-AA80-956A7B7B1CD8}" presName="space" presStyleCnt="0"/>
      <dgm:spPr/>
    </dgm:pt>
    <dgm:pt modelId="{787174CF-DC99-4C32-AF97-FF7D06D15E68}" type="pres">
      <dgm:prSet presAssocID="{6193E955-1A3C-4816-9E33-20E16408E408}" presName="composite" presStyleCnt="0"/>
      <dgm:spPr/>
    </dgm:pt>
    <dgm:pt modelId="{E0AC670E-757F-4463-9B9E-01D3C90119E8}" type="pres">
      <dgm:prSet presAssocID="{6193E955-1A3C-4816-9E33-20E16408E408}" presName="parTx" presStyleLbl="node1" presStyleIdx="8" presStyleCnt="9">
        <dgm:presLayoutVars>
          <dgm:chMax val="0"/>
          <dgm:chPref val="0"/>
          <dgm:bulletEnabled val="1"/>
        </dgm:presLayoutVars>
      </dgm:prSet>
      <dgm:spPr/>
    </dgm:pt>
    <dgm:pt modelId="{8F03F6D9-13A6-4D05-A55B-C99B675BE89E}" type="pres">
      <dgm:prSet presAssocID="{6193E955-1A3C-4816-9E33-20E16408E408}" presName="desTx" presStyleLbl="revTx" presStyleIdx="8" presStyleCnt="9">
        <dgm:presLayoutVars>
          <dgm:bulletEnabled val="1"/>
        </dgm:presLayoutVars>
      </dgm:prSet>
      <dgm:spPr/>
    </dgm:pt>
  </dgm:ptLst>
  <dgm:cxnLst>
    <dgm:cxn modelId="{2276C205-D7B8-414F-9557-E3D9B7EDA5D4}" type="presOf" srcId="{BC041B6C-F12D-4173-995C-57AB6E136578}" destId="{8ECF7487-D55E-48A0-9337-05AB510C7292}" srcOrd="0" destOrd="0" presId="urn:microsoft.com/office/officeart/2005/8/layout/chevron1"/>
    <dgm:cxn modelId="{B63F0607-6F6B-4AD7-BC76-8BD5E81B8235}" srcId="{95B2EEEA-AD81-4AF1-92B8-79F43F9F8125}" destId="{50950FEC-AFD9-41A9-B325-737A7CEDC0D4}" srcOrd="5" destOrd="0" parTransId="{78E9FE62-789D-4312-A731-88611F8CBF32}" sibTransId="{CD60AFE0-428F-4BE8-8CDC-30495181140B}"/>
    <dgm:cxn modelId="{CEB2C107-5B89-4652-9B14-F9077B6C03C3}" type="presOf" srcId="{B3C23084-F8DA-4181-A2FF-F5E1DEDE0A14}" destId="{ED70CD38-0E87-4271-848E-E5AC10379F6A}" srcOrd="0" destOrd="0" presId="urn:microsoft.com/office/officeart/2005/8/layout/chevron1"/>
    <dgm:cxn modelId="{35885608-3EAC-4FFC-874A-1E1A6C89C48F}" type="presOf" srcId="{DE24B69C-2073-4D46-8C1B-33D4E6587BE0}" destId="{43CD1671-C5FD-48EA-9847-D2D1410BE91A}" srcOrd="0" destOrd="0" presId="urn:microsoft.com/office/officeart/2005/8/layout/chevron1"/>
    <dgm:cxn modelId="{1BEFC109-4B42-4B79-8715-090B00028105}" srcId="{20C22F43-87CD-4E4C-923C-2F1331B9D16C}" destId="{6702A127-9309-4143-87A1-32491DB88D2D}" srcOrd="0" destOrd="0" parTransId="{6FDEE844-6557-4EC3-BBFC-02BDD620EFC1}" sibTransId="{DAFC154E-FAD9-46FF-A89D-258AA5BDDFC0}"/>
    <dgm:cxn modelId="{29AE380A-59D5-4CD3-A82C-556CFC6AA3A1}" srcId="{E1DE6077-8A38-45A0-B737-B9580922E17F}" destId="{B3C23084-F8DA-4181-A2FF-F5E1DEDE0A14}" srcOrd="0" destOrd="0" parTransId="{766F224C-515A-432B-ADA0-B0FEF650C614}" sibTransId="{63C97A9A-8405-4D40-BBC6-D3FAFB344CB9}"/>
    <dgm:cxn modelId="{1ABB010B-9524-4684-8B87-02807197664C}" srcId="{6193E955-1A3C-4816-9E33-20E16408E408}" destId="{CB6DFB35-5163-4503-B3E8-A8F836130BA6}" srcOrd="2" destOrd="0" parTransId="{1636CF9B-AC26-472F-9364-92D62E4FB479}" sibTransId="{16052B9C-3990-406C-B4C7-A3A52C73A0CC}"/>
    <dgm:cxn modelId="{76EF9313-8B0B-4DDD-9CCD-5C77EE4840C4}" type="presOf" srcId="{AEB07E72-17F4-42B8-9300-8AE888E1F4EB}" destId="{8A0879DB-8FA2-4592-B8C5-B2DA1ED780A6}" srcOrd="0" destOrd="0" presId="urn:microsoft.com/office/officeart/2005/8/layout/chevron1"/>
    <dgm:cxn modelId="{A12CEB16-37B8-4E4B-B3C6-28764D2B2934}" type="presOf" srcId="{20C22F43-87CD-4E4C-923C-2F1331B9D16C}" destId="{044B52D1-F152-4BD0-A45D-29F8C96B34C0}" srcOrd="0" destOrd="0" presId="urn:microsoft.com/office/officeart/2005/8/layout/chevron1"/>
    <dgm:cxn modelId="{F115D718-2727-4246-8430-91E3AF4CA851}" type="presOf" srcId="{FCEEB9C3-4269-4A1E-870D-732995BABA47}" destId="{8F03F6D9-13A6-4D05-A55B-C99B675BE89E}" srcOrd="0" destOrd="4" presId="urn:microsoft.com/office/officeart/2005/8/layout/chevron1"/>
    <dgm:cxn modelId="{C6D59C1B-B030-448D-97AF-B3830365ED8A}" type="presOf" srcId="{0CFAED37-BE4C-4196-A2FE-7F42E89E8F7D}" destId="{A18F8C6B-9A73-4706-B5E8-34A66F5EAA52}" srcOrd="0" destOrd="3" presId="urn:microsoft.com/office/officeart/2005/8/layout/chevron1"/>
    <dgm:cxn modelId="{4C15701F-8B23-4638-A3DB-B851150DA3A8}" type="presOf" srcId="{BF974DEB-BE43-4994-AFEA-72D9D5F48F4C}" destId="{C332E63A-276B-45D5-994F-4222334E395D}" srcOrd="0" destOrd="2" presId="urn:microsoft.com/office/officeart/2005/8/layout/chevron1"/>
    <dgm:cxn modelId="{CE34AA21-7FC1-4AF9-A32E-3A48182E4C8C}" type="presOf" srcId="{50950FEC-AFD9-41A9-B325-737A7CEDC0D4}" destId="{9B146272-6596-48A3-907B-0D97E69B605A}" srcOrd="0" destOrd="0" presId="urn:microsoft.com/office/officeart/2005/8/layout/chevron1"/>
    <dgm:cxn modelId="{2324C521-9E21-4545-A898-0EB1BCCE8823}" type="presOf" srcId="{CB6DFB35-5163-4503-B3E8-A8F836130BA6}" destId="{8F03F6D9-13A6-4D05-A55B-C99B675BE89E}" srcOrd="0" destOrd="2" presId="urn:microsoft.com/office/officeart/2005/8/layout/chevron1"/>
    <dgm:cxn modelId="{1174942A-0442-466F-A3E6-B54D61E4E306}" type="presOf" srcId="{9B78E89D-CA52-4BA5-AB9F-9AE5FD16FA52}" destId="{403EA3BF-B48A-472D-B525-80D7B2924FED}" srcOrd="0" destOrd="0" presId="urn:microsoft.com/office/officeart/2005/8/layout/chevron1"/>
    <dgm:cxn modelId="{558CE02A-056E-43A2-BC45-B9D84A3E849D}" type="presOf" srcId="{CA6FC7D3-CF09-4242-91CF-A5628FD07374}" destId="{33CE10B8-5FE5-4B56-BCE5-F66AE9B6E683}" srcOrd="0" destOrd="0" presId="urn:microsoft.com/office/officeart/2005/8/layout/chevron1"/>
    <dgm:cxn modelId="{AD290230-6B5E-4D88-AB54-C4B9AC7B8131}" type="presOf" srcId="{415196E3-5196-43FB-9E1E-226CB01799FF}" destId="{D2BB58A7-A50F-4CBA-B57F-9E330A70AF6D}" srcOrd="0" destOrd="0" presId="urn:microsoft.com/office/officeart/2005/8/layout/chevron1"/>
    <dgm:cxn modelId="{28D91835-47EB-45E2-809F-E932C8AF3AE8}" srcId="{95B2EEEA-AD81-4AF1-92B8-79F43F9F8125}" destId="{279BED7E-7A43-4DBC-88C2-6E8402391537}" srcOrd="2" destOrd="0" parTransId="{9D23D8C2-C75F-4A19-9D4A-4094D5C39EFE}" sibTransId="{99070570-977C-41DA-A706-4B4AC84A4641}"/>
    <dgm:cxn modelId="{326AB235-AC3F-42A3-881A-B71ED9A07909}" type="presOf" srcId="{4A300B65-68BD-447A-83BF-30B5EC0C439D}" destId="{403EA3BF-B48A-472D-B525-80D7B2924FED}" srcOrd="0" destOrd="2" presId="urn:microsoft.com/office/officeart/2005/8/layout/chevron1"/>
    <dgm:cxn modelId="{A8FC333A-4624-499A-9BFA-EA07E71B95DA}" srcId="{95B2EEEA-AD81-4AF1-92B8-79F43F9F8125}" destId="{6193E955-1A3C-4816-9E33-20E16408E408}" srcOrd="8" destOrd="0" parTransId="{22F7D6C3-73D7-4E8F-8035-632F7CC15561}" sibTransId="{A43D0D53-0D42-4A8B-808C-E07D10526CF5}"/>
    <dgm:cxn modelId="{D2AC843A-B80E-4FEB-A88B-676F8B4AF567}" type="presOf" srcId="{D92F4862-5947-48A4-AF53-7C138132FF00}" destId="{8F03F6D9-13A6-4D05-A55B-C99B675BE89E}" srcOrd="0" destOrd="0" presId="urn:microsoft.com/office/officeart/2005/8/layout/chevron1"/>
    <dgm:cxn modelId="{E1B4843B-4015-4936-B277-DEB1F074E0FB}" type="presOf" srcId="{5FCF484E-33DC-4822-9A99-EA0C5B81ABE2}" destId="{A18F8C6B-9A73-4706-B5E8-34A66F5EAA52}" srcOrd="0" destOrd="2" presId="urn:microsoft.com/office/officeart/2005/8/layout/chevron1"/>
    <dgm:cxn modelId="{7429F23D-35C3-4619-B615-B45633A97286}" srcId="{95B2EEEA-AD81-4AF1-92B8-79F43F9F8125}" destId="{A82E59B4-730A-4CF0-A2CC-E0807E3E7A4F}" srcOrd="4" destOrd="0" parTransId="{9B02BF80-C291-44BA-853A-3EE161972103}" sibTransId="{44D42302-E4AB-44FE-8F63-86B529997B27}"/>
    <dgm:cxn modelId="{96A05240-33EF-4274-B3A5-A59CDEB924DF}" type="presOf" srcId="{EEBA69B7-F5A4-4890-B4BA-C4EF51C0D72D}" destId="{942CDA1A-12C4-42B3-A23D-A969C8294626}" srcOrd="0" destOrd="0" presId="urn:microsoft.com/office/officeart/2005/8/layout/chevron1"/>
    <dgm:cxn modelId="{675F3B5C-77D9-4252-ABBA-B4766E13955E}" type="presOf" srcId="{279BED7E-7A43-4DBC-88C2-6E8402391537}" destId="{2566E3D5-4AF9-499E-8DA9-AE6D1D823FC8}" srcOrd="0" destOrd="0" presId="urn:microsoft.com/office/officeart/2005/8/layout/chevron1"/>
    <dgm:cxn modelId="{FF1A1361-4B7A-4914-96A0-21BBC225AD42}" srcId="{6193E955-1A3C-4816-9E33-20E16408E408}" destId="{6C5E197C-5BDC-4DF0-A1E2-BB9ED2C09146}" srcOrd="1" destOrd="0" parTransId="{0080C0D1-601D-4FEA-9BF8-723380EE4474}" sibTransId="{68C3AFC0-A5A7-47B6-A0F4-5947A3A7D7DF}"/>
    <dgm:cxn modelId="{D5EC6146-E37A-474E-B122-C2861E20FF1C}" srcId="{CA6FC7D3-CF09-4242-91CF-A5628FD07374}" destId="{5BAB6CB5-B27F-4C92-B1A8-8A4A984D02A5}" srcOrd="0" destOrd="0" parTransId="{FF8EE044-3037-49B7-8A3A-3E534CE7C9B3}" sibTransId="{07CDBF65-EA83-4BE9-BA95-13A4B1650150}"/>
    <dgm:cxn modelId="{E3B84E66-F645-4320-B5F8-B9AF35BAA514}" type="presOf" srcId="{5218E407-00CD-4453-A256-BDB57B269970}" destId="{D2BB58A7-A50F-4CBA-B57F-9E330A70AF6D}" srcOrd="0" destOrd="1" presId="urn:microsoft.com/office/officeart/2005/8/layout/chevron1"/>
    <dgm:cxn modelId="{677AF546-18F3-4D1D-86A1-2306F40D883A}" srcId="{50950FEC-AFD9-41A9-B325-737A7CEDC0D4}" destId="{8B20AEF4-2579-4A9A-BEA0-EAEF7D65B659}" srcOrd="1" destOrd="0" parTransId="{C05197E3-1F3B-4EB2-B6CE-8964D050D55C}" sibTransId="{CDB679FF-AD16-4A02-B9AB-CB0BCF1F0820}"/>
    <dgm:cxn modelId="{C6CA1C47-883A-4458-BF1C-8CB8F97C0463}" type="presOf" srcId="{6058568E-0754-4518-A11B-72E1E1C1A2E8}" destId="{C332E63A-276B-45D5-994F-4222334E395D}" srcOrd="0" destOrd="3" presId="urn:microsoft.com/office/officeart/2005/8/layout/chevron1"/>
    <dgm:cxn modelId="{ECD81C4A-8D6B-4BA7-B4B7-C25947FD215F}" type="presOf" srcId="{22C63324-E48C-42EA-9C91-2370BD7D3D58}" destId="{403EA3BF-B48A-472D-B525-80D7B2924FED}" srcOrd="0" destOrd="1" presId="urn:microsoft.com/office/officeart/2005/8/layout/chevron1"/>
    <dgm:cxn modelId="{C500A86D-8BC5-45EC-BEE1-9FD199EBEDA7}" type="presOf" srcId="{F303A499-F7E5-4E93-AF87-037587A9A916}" destId="{AB01B771-220F-4DE9-835D-03C87913A23E}" srcOrd="0" destOrd="0" presId="urn:microsoft.com/office/officeart/2005/8/layout/chevron1"/>
    <dgm:cxn modelId="{DD9B1871-5F6E-4595-9817-2CBDCAD13033}" type="presOf" srcId="{5BAB6CB5-B27F-4C92-B1A8-8A4A984D02A5}" destId="{C332E63A-276B-45D5-994F-4222334E395D}" srcOrd="0" destOrd="0" presId="urn:microsoft.com/office/officeart/2005/8/layout/chevron1"/>
    <dgm:cxn modelId="{0ABA9651-92F3-4BA5-B243-5C94AB5DB2C4}" type="presOf" srcId="{6C5E197C-5BDC-4DF0-A1E2-BB9ED2C09146}" destId="{8F03F6D9-13A6-4D05-A55B-C99B675BE89E}" srcOrd="0" destOrd="1" presId="urn:microsoft.com/office/officeart/2005/8/layout/chevron1"/>
    <dgm:cxn modelId="{85898253-55CA-421B-B538-9A8AD1CFB85E}" srcId="{CA6FC7D3-CF09-4242-91CF-A5628FD07374}" destId="{B0A30935-375D-4064-A98C-CF43B109567E}" srcOrd="1" destOrd="0" parTransId="{3A550184-CAD8-4B1E-9527-02CEDBCCF404}" sibTransId="{BABCC378-A03F-49ED-B3B4-3AFE96911D0A}"/>
    <dgm:cxn modelId="{55B76A57-1291-4536-A90B-0E79F770FCB2}" srcId="{CA6FC7D3-CF09-4242-91CF-A5628FD07374}" destId="{6058568E-0754-4518-A11B-72E1E1C1A2E8}" srcOrd="3" destOrd="0" parTransId="{928410AA-04BF-46DD-901F-340C79A42F25}" sibTransId="{ED410A01-787B-4EFD-BD4A-33CBEC580551}"/>
    <dgm:cxn modelId="{DCCF3878-ABD9-4032-8AD8-D3BA0C5C695F}" type="presOf" srcId="{E1DE6077-8A38-45A0-B737-B9580922E17F}" destId="{6B704D73-F505-41A3-9FA8-ED3897C6B2B2}" srcOrd="0" destOrd="0" presId="urn:microsoft.com/office/officeart/2005/8/layout/chevron1"/>
    <dgm:cxn modelId="{4421BF7C-DCA1-4D7F-83C9-A506CA6D0CEC}" srcId="{95B2EEEA-AD81-4AF1-92B8-79F43F9F8125}" destId="{E1DE6077-8A38-45A0-B737-B9580922E17F}" srcOrd="0" destOrd="0" parTransId="{75413C23-58A6-447F-A9D0-C94DFA9E1E78}" sibTransId="{4525238C-3BE0-4579-8C40-383C629F6B0D}"/>
    <dgm:cxn modelId="{BD1E2A81-E48C-4E8B-80EA-3F1D0FA4D2A1}" type="presOf" srcId="{6193E955-1A3C-4816-9E33-20E16408E408}" destId="{E0AC670E-757F-4463-9B9E-01D3C90119E8}" srcOrd="0" destOrd="0" presId="urn:microsoft.com/office/officeart/2005/8/layout/chevron1"/>
    <dgm:cxn modelId="{B70CC884-8698-4C73-B53C-B90EDD93621F}" srcId="{279BED7E-7A43-4DBC-88C2-6E8402391537}" destId="{5218E407-00CD-4453-A256-BDB57B269970}" srcOrd="1" destOrd="0" parTransId="{EA768F0F-1240-4491-B512-CC4BDA1AE313}" sibTransId="{214886DA-E3DB-4038-82B8-916B1008C0B5}"/>
    <dgm:cxn modelId="{61A3548D-F076-46EB-9C17-85AE555B4D35}" srcId="{95B2EEEA-AD81-4AF1-92B8-79F43F9F8125}" destId="{BC041B6C-F12D-4173-995C-57AB6E136578}" srcOrd="3" destOrd="0" parTransId="{9AA9327C-0BAF-4EA6-A9A9-B24B0F1C5F6E}" sibTransId="{C75DB35A-DEBF-448F-A3CF-E06DA014D178}"/>
    <dgm:cxn modelId="{8945138E-C9D3-4C0E-86EB-AEF48E5EDDF9}" type="presOf" srcId="{27684DD9-593C-4647-8FE1-78969F5BB6F8}" destId="{A18F8C6B-9A73-4706-B5E8-34A66F5EAA52}" srcOrd="0" destOrd="1" presId="urn:microsoft.com/office/officeart/2005/8/layout/chevron1"/>
    <dgm:cxn modelId="{258EF090-4D8B-4D05-BE4F-E24944704780}" type="presOf" srcId="{95B2EEEA-AD81-4AF1-92B8-79F43F9F8125}" destId="{23B42336-1C3E-4D71-BA82-41B6AC7722D8}" srcOrd="0" destOrd="0" presId="urn:microsoft.com/office/officeart/2005/8/layout/chevron1"/>
    <dgm:cxn modelId="{A8C09393-C734-4B3E-B146-49FCFEC57075}" type="presOf" srcId="{6702A127-9309-4143-87A1-32491DB88D2D}" destId="{A18F8C6B-9A73-4706-B5E8-34A66F5EAA52}" srcOrd="0" destOrd="0" presId="urn:microsoft.com/office/officeart/2005/8/layout/chevron1"/>
    <dgm:cxn modelId="{77C3A596-2A50-403E-92F4-3A2A0B185176}" type="presOf" srcId="{920B8C62-E304-479F-A90A-AEDE06C4BAF1}" destId="{8F03F6D9-13A6-4D05-A55B-C99B675BE89E}" srcOrd="0" destOrd="3" presId="urn:microsoft.com/office/officeart/2005/8/layout/chevron1"/>
    <dgm:cxn modelId="{25DC6AA7-8BAF-4ECA-9954-23FF8F4DA59F}" srcId="{CA6FC7D3-CF09-4242-91CF-A5628FD07374}" destId="{BF974DEB-BE43-4994-AFEA-72D9D5F48F4C}" srcOrd="2" destOrd="0" parTransId="{721B5CFD-8804-434E-9479-EF5BDAED3749}" sibTransId="{A921FD08-4987-4EEB-9649-AB5E840D37C1}"/>
    <dgm:cxn modelId="{029D0FAD-A2B2-435D-9292-31C436D4313C}" srcId="{6193E955-1A3C-4816-9E33-20E16408E408}" destId="{D92F4862-5947-48A4-AF53-7C138132FF00}" srcOrd="0" destOrd="0" parTransId="{82C6FB92-6973-4C53-960C-7C83728AAE45}" sibTransId="{AF47E6A2-662A-4724-921E-0F37843ED1B7}"/>
    <dgm:cxn modelId="{448A41AD-6E88-4B26-8687-190FCD17E6D9}" srcId="{A82E59B4-730A-4CF0-A2CC-E0807E3E7A4F}" destId="{9B78E89D-CA52-4BA5-AB9F-9AE5FD16FA52}" srcOrd="0" destOrd="0" parTransId="{2A53A434-56D7-4C81-8B03-090413C7DCF0}" sibTransId="{424FAE5D-517B-411B-A6A6-180374853B90}"/>
    <dgm:cxn modelId="{753F99AD-2D54-41E1-8686-EECCECFA1F21}" srcId="{BC041B6C-F12D-4173-995C-57AB6E136578}" destId="{8F9E5B30-ED8E-424C-A5D3-6DA5FC863DB7}" srcOrd="1" destOrd="0" parTransId="{5407A703-D3FF-4A33-B6AD-D698121C79EF}" sibTransId="{A424735D-6F00-4E2E-BE0F-FED54CCC8A46}"/>
    <dgm:cxn modelId="{646744AE-5A55-402A-A192-3E5EEEA0FCE4}" type="presOf" srcId="{8F9E5B30-ED8E-424C-A5D3-6DA5FC863DB7}" destId="{8A0879DB-8FA2-4592-B8C5-B2DA1ED780A6}" srcOrd="0" destOrd="1" presId="urn:microsoft.com/office/officeart/2005/8/layout/chevron1"/>
    <dgm:cxn modelId="{3AEC08B1-E336-439F-BAB1-29CC8F17A94A}" srcId="{95B2EEEA-AD81-4AF1-92B8-79F43F9F8125}" destId="{CA6FC7D3-CF09-4242-91CF-A5628FD07374}" srcOrd="7" destOrd="0" parTransId="{C01154C6-B867-481A-8485-3DE1D7288B4E}" sibTransId="{E75729F5-B8A1-4F68-AA80-956A7B7B1CD8}"/>
    <dgm:cxn modelId="{F462BDB7-1EB5-4B32-A8E1-AF4D0DE6500B}" type="presOf" srcId="{A82E59B4-730A-4CF0-A2CC-E0807E3E7A4F}" destId="{8F17E4E4-EBE2-49EB-9D8B-FCB500EACA49}" srcOrd="0" destOrd="0" presId="urn:microsoft.com/office/officeart/2005/8/layout/chevron1"/>
    <dgm:cxn modelId="{52DEB5C6-8562-4AF7-9A24-BA4C5C6689C1}" srcId="{279BED7E-7A43-4DBC-88C2-6E8402391537}" destId="{415196E3-5196-43FB-9E1E-226CB01799FF}" srcOrd="0" destOrd="0" parTransId="{A293E8EF-2A64-4AB5-954E-CB58DD4EC089}" sibTransId="{C9D8E0A5-0E07-424A-981E-50D7D55DEA7D}"/>
    <dgm:cxn modelId="{3E84BAC8-9FB9-48E6-899D-319BD10281D0}" srcId="{EEBA69B7-F5A4-4890-B4BA-C4EF51C0D72D}" destId="{F303A499-F7E5-4E93-AF87-037587A9A916}" srcOrd="0" destOrd="0" parTransId="{84E05290-4D3F-4863-80C9-DF9D23D84E45}" sibTransId="{6AC69077-84A2-42F2-821C-E808F1484287}"/>
    <dgm:cxn modelId="{A29135CD-6484-445C-98C1-4B4D8C08BE26}" srcId="{6193E955-1A3C-4816-9E33-20E16408E408}" destId="{FCEEB9C3-4269-4A1E-870D-732995BABA47}" srcOrd="4" destOrd="0" parTransId="{86EDB9E5-D96F-4A3F-A4D5-6F4AF8840960}" sibTransId="{2ED4F6F1-56F0-44C4-8C70-3E473D4A33FB}"/>
    <dgm:cxn modelId="{7CC5C3D0-B465-494F-B018-F80268D8DC20}" srcId="{20C22F43-87CD-4E4C-923C-2F1331B9D16C}" destId="{0CFAED37-BE4C-4196-A2FE-7F42E89E8F7D}" srcOrd="3" destOrd="0" parTransId="{23386A7D-F4D2-469A-89A3-1CD31802C80B}" sibTransId="{BC77B1E1-CA0A-4981-9350-D28CF0CC631E}"/>
    <dgm:cxn modelId="{7D6DBCD8-A5E0-42F4-9541-3B9C45B4E509}" srcId="{A82E59B4-730A-4CF0-A2CC-E0807E3E7A4F}" destId="{22C63324-E48C-42EA-9C91-2370BD7D3D58}" srcOrd="1" destOrd="0" parTransId="{6C9DB880-C77A-4FB6-849A-91B5354CED07}" sibTransId="{828F243C-4928-4A7F-A266-C55C245C1BCD}"/>
    <dgm:cxn modelId="{4F5586DC-180C-434C-9A6E-1CFD1CDD6DC1}" srcId="{50950FEC-AFD9-41A9-B325-737A7CEDC0D4}" destId="{DE24B69C-2073-4D46-8C1B-33D4E6587BE0}" srcOrd="0" destOrd="0" parTransId="{BE4D9AFD-C9C9-436E-8AF4-A1ABB46AFA69}" sibTransId="{02DB16BD-D1EE-463F-A2C4-866FDEDC3045}"/>
    <dgm:cxn modelId="{1F85D6DC-B450-497B-9598-170CADF1F50D}" srcId="{95B2EEEA-AD81-4AF1-92B8-79F43F9F8125}" destId="{20C22F43-87CD-4E4C-923C-2F1331B9D16C}" srcOrd="1" destOrd="0" parTransId="{AEE91434-053E-45DC-8BDA-909FC3D84EFC}" sibTransId="{E1D091E5-EF3A-4B5F-8B56-F589C8321B54}"/>
    <dgm:cxn modelId="{81004AE0-818A-4613-B96D-5DA21D8466C9}" srcId="{6193E955-1A3C-4816-9E33-20E16408E408}" destId="{920B8C62-E304-479F-A90A-AEDE06C4BAF1}" srcOrd="3" destOrd="0" parTransId="{8E624D13-5174-4F76-BEF0-32E794066BAB}" sibTransId="{E62255E2-79DF-4BAE-B37D-32AC7BE14125}"/>
    <dgm:cxn modelId="{06B552E4-DDE1-4D81-828F-E795E6DD836B}" srcId="{95B2EEEA-AD81-4AF1-92B8-79F43F9F8125}" destId="{EEBA69B7-F5A4-4890-B4BA-C4EF51C0D72D}" srcOrd="6" destOrd="0" parTransId="{7193A9C7-12A7-479C-892B-F5AD32AF63D3}" sibTransId="{C02B1761-1345-435B-9F81-0184677DC5FF}"/>
    <dgm:cxn modelId="{4AB38DE9-4C45-45CC-8B99-599B27998DFE}" srcId="{BC041B6C-F12D-4173-995C-57AB6E136578}" destId="{AEB07E72-17F4-42B8-9300-8AE888E1F4EB}" srcOrd="0" destOrd="0" parTransId="{D181F27F-4026-467C-98C6-F7E94D602C27}" sibTransId="{09920B93-4D7E-4D21-A5ED-0E3F9708381D}"/>
    <dgm:cxn modelId="{2FAAD3ED-0D5E-477F-99A2-A7208E44D24E}" srcId="{20C22F43-87CD-4E4C-923C-2F1331B9D16C}" destId="{5FCF484E-33DC-4822-9A99-EA0C5B81ABE2}" srcOrd="2" destOrd="0" parTransId="{6F676AC2-A45C-45FC-BE5F-F281D9A6FC43}" sibTransId="{458F50ED-2A35-4B8D-A79D-2555FFE6A863}"/>
    <dgm:cxn modelId="{5DB282EE-AA42-4FD0-A559-78BB8791750A}" type="presOf" srcId="{B0A30935-375D-4064-A98C-CF43B109567E}" destId="{C332E63A-276B-45D5-994F-4222334E395D}" srcOrd="0" destOrd="1" presId="urn:microsoft.com/office/officeart/2005/8/layout/chevron1"/>
    <dgm:cxn modelId="{5499E9F4-DEF9-46FB-9A22-9D5F68FDFEED}" srcId="{20C22F43-87CD-4E4C-923C-2F1331B9D16C}" destId="{27684DD9-593C-4647-8FE1-78969F5BB6F8}" srcOrd="1" destOrd="0" parTransId="{D1B4A1A2-4D31-4C6E-A048-5F93790447CB}" sibTransId="{927E891F-6DB4-4F7C-9F15-176B275EA7B2}"/>
    <dgm:cxn modelId="{91ECB8F6-33FD-43CA-A512-441ABF96E96B}" srcId="{A82E59B4-730A-4CF0-A2CC-E0807E3E7A4F}" destId="{4A300B65-68BD-447A-83BF-30B5EC0C439D}" srcOrd="2" destOrd="0" parTransId="{B8BB14B3-1649-406F-BA69-AFE23C253F02}" sibTransId="{ED7CEEF5-AC58-4AA9-9405-9FF666673D38}"/>
    <dgm:cxn modelId="{8FEC1FF9-E0BB-4161-89ED-192DE74C4F24}" type="presOf" srcId="{8B20AEF4-2579-4A9A-BEA0-EAEF7D65B659}" destId="{43CD1671-C5FD-48EA-9847-D2D1410BE91A}" srcOrd="0" destOrd="1" presId="urn:microsoft.com/office/officeart/2005/8/layout/chevron1"/>
    <dgm:cxn modelId="{233A46FB-19EA-4C49-8D87-4817576903C1}" type="presOf" srcId="{E98F7264-855A-4F07-8A69-B7A5A3592421}" destId="{43CD1671-C5FD-48EA-9847-D2D1410BE91A}" srcOrd="0" destOrd="2" presId="urn:microsoft.com/office/officeart/2005/8/layout/chevron1"/>
    <dgm:cxn modelId="{69A602FE-83FE-4E11-8A01-A67A336E27EC}" srcId="{50950FEC-AFD9-41A9-B325-737A7CEDC0D4}" destId="{E98F7264-855A-4F07-8A69-B7A5A3592421}" srcOrd="2" destOrd="0" parTransId="{A2795E31-61CB-4448-95E3-5FB19AB8E3BE}" sibTransId="{5CF6A605-FF48-487A-90FB-BBDD32D52756}"/>
    <dgm:cxn modelId="{ACCD9189-676C-46F0-B81F-BB68A00D175B}" type="presParOf" srcId="{23B42336-1C3E-4D71-BA82-41B6AC7722D8}" destId="{1B94A303-44E0-4A07-B487-2126FA3ABFAE}" srcOrd="0" destOrd="0" presId="urn:microsoft.com/office/officeart/2005/8/layout/chevron1"/>
    <dgm:cxn modelId="{46FDDD78-FBE5-4318-B12F-15E69A59500D}" type="presParOf" srcId="{1B94A303-44E0-4A07-B487-2126FA3ABFAE}" destId="{6B704D73-F505-41A3-9FA8-ED3897C6B2B2}" srcOrd="0" destOrd="0" presId="urn:microsoft.com/office/officeart/2005/8/layout/chevron1"/>
    <dgm:cxn modelId="{C77D8E45-E8AC-463B-B839-B00FCD34C4C9}" type="presParOf" srcId="{1B94A303-44E0-4A07-B487-2126FA3ABFAE}" destId="{ED70CD38-0E87-4271-848E-E5AC10379F6A}" srcOrd="1" destOrd="0" presId="urn:microsoft.com/office/officeart/2005/8/layout/chevron1"/>
    <dgm:cxn modelId="{D81C16D8-4DFE-4A69-9F1E-D316E436F063}" type="presParOf" srcId="{23B42336-1C3E-4D71-BA82-41B6AC7722D8}" destId="{74B6491F-0D06-486E-B817-94344F1125A3}" srcOrd="1" destOrd="0" presId="urn:microsoft.com/office/officeart/2005/8/layout/chevron1"/>
    <dgm:cxn modelId="{9E0DE051-8474-48B9-BC1D-6A2CB74852AA}" type="presParOf" srcId="{23B42336-1C3E-4D71-BA82-41B6AC7722D8}" destId="{775610EE-3CBF-4C5A-A117-BF7921616514}" srcOrd="2" destOrd="0" presId="urn:microsoft.com/office/officeart/2005/8/layout/chevron1"/>
    <dgm:cxn modelId="{5AD4BA23-388B-48D1-B044-7A9DD26AE682}" type="presParOf" srcId="{775610EE-3CBF-4C5A-A117-BF7921616514}" destId="{044B52D1-F152-4BD0-A45D-29F8C96B34C0}" srcOrd="0" destOrd="0" presId="urn:microsoft.com/office/officeart/2005/8/layout/chevron1"/>
    <dgm:cxn modelId="{05BD5E94-AE43-4B3D-AEE3-C226CF749482}" type="presParOf" srcId="{775610EE-3CBF-4C5A-A117-BF7921616514}" destId="{A18F8C6B-9A73-4706-B5E8-34A66F5EAA52}" srcOrd="1" destOrd="0" presId="urn:microsoft.com/office/officeart/2005/8/layout/chevron1"/>
    <dgm:cxn modelId="{C6E89FA8-A34E-4247-BD12-55AD82F2C996}" type="presParOf" srcId="{23B42336-1C3E-4D71-BA82-41B6AC7722D8}" destId="{11803C5E-DA22-4D2C-8DAA-571AEC18CCC7}" srcOrd="3" destOrd="0" presId="urn:microsoft.com/office/officeart/2005/8/layout/chevron1"/>
    <dgm:cxn modelId="{BE5C8112-715B-40D5-AB37-C5F511A27A57}" type="presParOf" srcId="{23B42336-1C3E-4D71-BA82-41B6AC7722D8}" destId="{6DBF7016-6B19-41EE-9713-642ADF660D1C}" srcOrd="4" destOrd="0" presId="urn:microsoft.com/office/officeart/2005/8/layout/chevron1"/>
    <dgm:cxn modelId="{4D91DB0C-72BE-4EDC-9EAE-37E76A344ECF}" type="presParOf" srcId="{6DBF7016-6B19-41EE-9713-642ADF660D1C}" destId="{2566E3D5-4AF9-499E-8DA9-AE6D1D823FC8}" srcOrd="0" destOrd="0" presId="urn:microsoft.com/office/officeart/2005/8/layout/chevron1"/>
    <dgm:cxn modelId="{663277E5-C116-4B8C-B5B9-532578EBDB2D}" type="presParOf" srcId="{6DBF7016-6B19-41EE-9713-642ADF660D1C}" destId="{D2BB58A7-A50F-4CBA-B57F-9E330A70AF6D}" srcOrd="1" destOrd="0" presId="urn:microsoft.com/office/officeart/2005/8/layout/chevron1"/>
    <dgm:cxn modelId="{83574618-CB24-431E-881F-AE7781A661DB}" type="presParOf" srcId="{23B42336-1C3E-4D71-BA82-41B6AC7722D8}" destId="{B025C105-DF06-42A8-8EB7-686AF64A3048}" srcOrd="5" destOrd="0" presId="urn:microsoft.com/office/officeart/2005/8/layout/chevron1"/>
    <dgm:cxn modelId="{D4B7AA07-E3A9-4F30-BE66-894641346B68}" type="presParOf" srcId="{23B42336-1C3E-4D71-BA82-41B6AC7722D8}" destId="{5333922A-A2BC-44A7-9DA8-7CA248C7DDAB}" srcOrd="6" destOrd="0" presId="urn:microsoft.com/office/officeart/2005/8/layout/chevron1"/>
    <dgm:cxn modelId="{AE6C7690-9B53-434A-9EE3-9998E29BAC9A}" type="presParOf" srcId="{5333922A-A2BC-44A7-9DA8-7CA248C7DDAB}" destId="{8ECF7487-D55E-48A0-9337-05AB510C7292}" srcOrd="0" destOrd="0" presId="urn:microsoft.com/office/officeart/2005/8/layout/chevron1"/>
    <dgm:cxn modelId="{4479CD14-5764-45F3-92C6-F5ABDECCF1DD}" type="presParOf" srcId="{5333922A-A2BC-44A7-9DA8-7CA248C7DDAB}" destId="{8A0879DB-8FA2-4592-B8C5-B2DA1ED780A6}" srcOrd="1" destOrd="0" presId="urn:microsoft.com/office/officeart/2005/8/layout/chevron1"/>
    <dgm:cxn modelId="{6666DF3A-412D-4FE8-89A7-7F03F857A0EE}" type="presParOf" srcId="{23B42336-1C3E-4D71-BA82-41B6AC7722D8}" destId="{DDA4A42B-91D7-460E-8B96-ED9B9CE1EB4C}" srcOrd="7" destOrd="0" presId="urn:microsoft.com/office/officeart/2005/8/layout/chevron1"/>
    <dgm:cxn modelId="{46CE758C-068A-4C18-B718-CFB06564C1B5}" type="presParOf" srcId="{23B42336-1C3E-4D71-BA82-41B6AC7722D8}" destId="{5CE35900-607D-40B6-8327-DC9ECAA48F2F}" srcOrd="8" destOrd="0" presId="urn:microsoft.com/office/officeart/2005/8/layout/chevron1"/>
    <dgm:cxn modelId="{C70C7DEE-D282-4183-884B-AEA160C18977}" type="presParOf" srcId="{5CE35900-607D-40B6-8327-DC9ECAA48F2F}" destId="{8F17E4E4-EBE2-49EB-9D8B-FCB500EACA49}" srcOrd="0" destOrd="0" presId="urn:microsoft.com/office/officeart/2005/8/layout/chevron1"/>
    <dgm:cxn modelId="{189FB90A-CB54-4635-B32F-A86EDE19CC09}" type="presParOf" srcId="{5CE35900-607D-40B6-8327-DC9ECAA48F2F}" destId="{403EA3BF-B48A-472D-B525-80D7B2924FED}" srcOrd="1" destOrd="0" presId="urn:microsoft.com/office/officeart/2005/8/layout/chevron1"/>
    <dgm:cxn modelId="{1A6E9D00-DB76-4535-8414-1EDE7A251033}" type="presParOf" srcId="{23B42336-1C3E-4D71-BA82-41B6AC7722D8}" destId="{B8324B01-433C-4595-BA97-501DCE7F9A30}" srcOrd="9" destOrd="0" presId="urn:microsoft.com/office/officeart/2005/8/layout/chevron1"/>
    <dgm:cxn modelId="{5A43B7FA-7945-4277-82F4-BC1FE371F4A8}" type="presParOf" srcId="{23B42336-1C3E-4D71-BA82-41B6AC7722D8}" destId="{D2FB8077-423D-417B-AB6E-19706C9410F5}" srcOrd="10" destOrd="0" presId="urn:microsoft.com/office/officeart/2005/8/layout/chevron1"/>
    <dgm:cxn modelId="{2EFC3449-0AFD-4AC8-88C2-5E0EF7A6E80E}" type="presParOf" srcId="{D2FB8077-423D-417B-AB6E-19706C9410F5}" destId="{9B146272-6596-48A3-907B-0D97E69B605A}" srcOrd="0" destOrd="0" presId="urn:microsoft.com/office/officeart/2005/8/layout/chevron1"/>
    <dgm:cxn modelId="{0FF1C5CE-8A63-4090-9F9A-ECC47A9955BD}" type="presParOf" srcId="{D2FB8077-423D-417B-AB6E-19706C9410F5}" destId="{43CD1671-C5FD-48EA-9847-D2D1410BE91A}" srcOrd="1" destOrd="0" presId="urn:microsoft.com/office/officeart/2005/8/layout/chevron1"/>
    <dgm:cxn modelId="{C309C6A0-B7E1-42FF-BFE9-7F0E0818C393}" type="presParOf" srcId="{23B42336-1C3E-4D71-BA82-41B6AC7722D8}" destId="{520B43A7-ED73-458D-8A7F-8865EFBD4889}" srcOrd="11" destOrd="0" presId="urn:microsoft.com/office/officeart/2005/8/layout/chevron1"/>
    <dgm:cxn modelId="{C007B8EF-F01E-48FB-8958-C3BD69CFD9F7}" type="presParOf" srcId="{23B42336-1C3E-4D71-BA82-41B6AC7722D8}" destId="{DD3BC589-C258-443C-BEFF-C710D503B982}" srcOrd="12" destOrd="0" presId="urn:microsoft.com/office/officeart/2005/8/layout/chevron1"/>
    <dgm:cxn modelId="{D64D0AA4-E188-44BE-B31A-9029F7BAA889}" type="presParOf" srcId="{DD3BC589-C258-443C-BEFF-C710D503B982}" destId="{942CDA1A-12C4-42B3-A23D-A969C8294626}" srcOrd="0" destOrd="0" presId="urn:microsoft.com/office/officeart/2005/8/layout/chevron1"/>
    <dgm:cxn modelId="{5FF24EAE-2394-4614-8481-0295E3159901}" type="presParOf" srcId="{DD3BC589-C258-443C-BEFF-C710D503B982}" destId="{AB01B771-220F-4DE9-835D-03C87913A23E}" srcOrd="1" destOrd="0" presId="urn:microsoft.com/office/officeart/2005/8/layout/chevron1"/>
    <dgm:cxn modelId="{FB26C263-94EA-4DA3-BE4F-99B4CFBC9966}" type="presParOf" srcId="{23B42336-1C3E-4D71-BA82-41B6AC7722D8}" destId="{F1099723-C107-470E-9D23-200531857583}" srcOrd="13" destOrd="0" presId="urn:microsoft.com/office/officeart/2005/8/layout/chevron1"/>
    <dgm:cxn modelId="{51750F75-0773-4F1C-AF31-6F6F512C55C7}" type="presParOf" srcId="{23B42336-1C3E-4D71-BA82-41B6AC7722D8}" destId="{483DCD2E-FA35-4228-81F4-648EA535E508}" srcOrd="14" destOrd="0" presId="urn:microsoft.com/office/officeart/2005/8/layout/chevron1"/>
    <dgm:cxn modelId="{04FFA29A-87EB-4975-B984-E367C5B12851}" type="presParOf" srcId="{483DCD2E-FA35-4228-81F4-648EA535E508}" destId="{33CE10B8-5FE5-4B56-BCE5-F66AE9B6E683}" srcOrd="0" destOrd="0" presId="urn:microsoft.com/office/officeart/2005/8/layout/chevron1"/>
    <dgm:cxn modelId="{2441B9F3-3E39-4AB0-9297-725C299F8951}" type="presParOf" srcId="{483DCD2E-FA35-4228-81F4-648EA535E508}" destId="{C332E63A-276B-45D5-994F-4222334E395D}" srcOrd="1" destOrd="0" presId="urn:microsoft.com/office/officeart/2005/8/layout/chevron1"/>
    <dgm:cxn modelId="{C680D860-9FFB-445F-92F6-50EE43DB1CA8}" type="presParOf" srcId="{23B42336-1C3E-4D71-BA82-41B6AC7722D8}" destId="{37E53192-9EDE-48A7-A572-BBC6473E8431}" srcOrd="15" destOrd="0" presId="urn:microsoft.com/office/officeart/2005/8/layout/chevron1"/>
    <dgm:cxn modelId="{E7F32711-98F0-4A89-ACEF-9AE00690EF7A}" type="presParOf" srcId="{23B42336-1C3E-4D71-BA82-41B6AC7722D8}" destId="{787174CF-DC99-4C32-AF97-FF7D06D15E68}" srcOrd="16" destOrd="0" presId="urn:microsoft.com/office/officeart/2005/8/layout/chevron1"/>
    <dgm:cxn modelId="{E3043808-1043-42A8-B07F-3031542728C0}" type="presParOf" srcId="{787174CF-DC99-4C32-AF97-FF7D06D15E68}" destId="{E0AC670E-757F-4463-9B9E-01D3C90119E8}" srcOrd="0" destOrd="0" presId="urn:microsoft.com/office/officeart/2005/8/layout/chevron1"/>
    <dgm:cxn modelId="{4659388F-CCBB-4E9C-ABA6-43491D4CFED6}" type="presParOf" srcId="{787174CF-DC99-4C32-AF97-FF7D06D15E68}" destId="{8F03F6D9-13A6-4D05-A55B-C99B675BE89E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0C134A4-D7F4-40D9-AB71-D6B9A2F30C72}" type="doc">
      <dgm:prSet loTypeId="urn:microsoft.com/office/officeart/2005/8/layout/process2" loCatId="process" qsTypeId="urn:microsoft.com/office/officeart/2005/8/quickstyle/simple1" qsCatId="simple" csTypeId="urn:microsoft.com/office/officeart/2005/8/colors/colorful4" csCatId="colorful" phldr="1"/>
      <dgm:spPr/>
    </dgm:pt>
    <dgm:pt modelId="{8ED5BF1F-5B0F-43F5-AD8B-F44FB7DD3D43}">
      <dgm:prSet phldrT="[Texte]"/>
      <dgm:spPr/>
      <dgm:t>
        <a:bodyPr/>
        <a:lstStyle/>
        <a:p>
          <a:r>
            <a:rPr lang="fr-FR" dirty="0">
              <a:solidFill>
                <a:schemeClr val="tx1"/>
              </a:solidFill>
            </a:rPr>
            <a:t>Patch</a:t>
          </a:r>
        </a:p>
      </dgm:t>
    </dgm:pt>
    <dgm:pt modelId="{0E031C60-6188-411D-A379-1E765D247D82}" type="parTrans" cxnId="{08C249E2-A22D-4D31-9DD7-1941684EC6A6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DD4AC976-3032-4739-A315-93CDAB1BC82D}" type="sibTrans" cxnId="{08C249E2-A22D-4D31-9DD7-1941684EC6A6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50D2B5F3-41E4-482E-B470-1A8C4F140B61}">
      <dgm:prSet/>
      <dgm:spPr/>
      <dgm:t>
        <a:bodyPr/>
        <a:lstStyle/>
        <a:p>
          <a:r>
            <a:rPr lang="fr-FR">
              <a:solidFill>
                <a:schemeClr val="tx1"/>
              </a:solidFill>
            </a:rPr>
            <a:t>Observe tous les autres patches</a:t>
          </a:r>
        </a:p>
      </dgm:t>
    </dgm:pt>
    <dgm:pt modelId="{C6A2C90E-58B1-40B2-A2DB-85BB22860762}" type="parTrans" cxnId="{A734C5DD-5433-46BE-9150-0028B14561D5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D2083990-CD5E-4D09-AFD1-DBFA0704C86B}" type="sibTrans" cxnId="{A734C5DD-5433-46BE-9150-0028B14561D5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F43D796E-71B9-4E44-AC72-70B3FEB65750}">
      <dgm:prSet/>
      <dgm:spPr/>
      <dgm:t>
        <a:bodyPr/>
        <a:lstStyle/>
        <a:p>
          <a:r>
            <a:rPr lang="fr-FR">
              <a:solidFill>
                <a:schemeClr val="tx1"/>
              </a:solidFill>
            </a:rPr>
            <a:t>Attribue un poids d'importance à chacun</a:t>
          </a:r>
        </a:p>
      </dgm:t>
    </dgm:pt>
    <dgm:pt modelId="{32E84D2A-B831-4E9C-A141-982B0209DEA6}" type="parTrans" cxnId="{66AB432A-804C-41F4-9AA2-36363E3D4A4A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1BF95744-A68B-420E-9175-9A61331F1FBD}" type="sibTrans" cxnId="{66AB432A-804C-41F4-9AA2-36363E3D4A4A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575B1F82-5987-40AA-9A64-F7DEC2B0764C}">
      <dgm:prSet/>
      <dgm:spPr/>
      <dgm:t>
        <a:bodyPr/>
        <a:lstStyle/>
        <a:p>
          <a:r>
            <a:rPr lang="fr-FR" dirty="0">
              <a:solidFill>
                <a:schemeClr val="tx1"/>
              </a:solidFill>
            </a:rPr>
            <a:t>Construit une nouvelle représentation enrichie</a:t>
          </a:r>
        </a:p>
      </dgm:t>
    </dgm:pt>
    <dgm:pt modelId="{D3324225-C443-4430-A1FA-8CFE629DD906}" type="parTrans" cxnId="{D03AE0FB-E31B-45D0-AD73-1A34C4D8DFB5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52A16F14-129D-4378-9704-4E888F2672A9}" type="sibTrans" cxnId="{D03AE0FB-E31B-45D0-AD73-1A34C4D8DFB5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5A108B34-0C03-4596-9E59-0409B070B2DF}" type="pres">
      <dgm:prSet presAssocID="{80C134A4-D7F4-40D9-AB71-D6B9A2F30C72}" presName="linearFlow" presStyleCnt="0">
        <dgm:presLayoutVars>
          <dgm:resizeHandles val="exact"/>
        </dgm:presLayoutVars>
      </dgm:prSet>
      <dgm:spPr/>
    </dgm:pt>
    <dgm:pt modelId="{EC8F9549-3435-4C7E-96E4-1748B6F987D2}" type="pres">
      <dgm:prSet presAssocID="{8ED5BF1F-5B0F-43F5-AD8B-F44FB7DD3D43}" presName="node" presStyleLbl="node1" presStyleIdx="0" presStyleCnt="4" custLinFactNeighborX="-1291">
        <dgm:presLayoutVars>
          <dgm:bulletEnabled val="1"/>
        </dgm:presLayoutVars>
      </dgm:prSet>
      <dgm:spPr/>
    </dgm:pt>
    <dgm:pt modelId="{2F70CFC6-4C59-46EA-B4D4-94CB3CF02F60}" type="pres">
      <dgm:prSet presAssocID="{DD4AC976-3032-4739-A315-93CDAB1BC82D}" presName="sibTrans" presStyleLbl="sibTrans2D1" presStyleIdx="0" presStyleCnt="3"/>
      <dgm:spPr/>
    </dgm:pt>
    <dgm:pt modelId="{8C209F70-3645-462C-96FF-8A1E648E0EFB}" type="pres">
      <dgm:prSet presAssocID="{DD4AC976-3032-4739-A315-93CDAB1BC82D}" presName="connectorText" presStyleLbl="sibTrans2D1" presStyleIdx="0" presStyleCnt="3"/>
      <dgm:spPr/>
    </dgm:pt>
    <dgm:pt modelId="{C5F5BA01-D7CF-4C9C-92F9-65048D8D4987}" type="pres">
      <dgm:prSet presAssocID="{50D2B5F3-41E4-482E-B470-1A8C4F140B61}" presName="node" presStyleLbl="node1" presStyleIdx="1" presStyleCnt="4">
        <dgm:presLayoutVars>
          <dgm:bulletEnabled val="1"/>
        </dgm:presLayoutVars>
      </dgm:prSet>
      <dgm:spPr/>
    </dgm:pt>
    <dgm:pt modelId="{60227595-6E1E-4024-9E6B-3394173E6544}" type="pres">
      <dgm:prSet presAssocID="{D2083990-CD5E-4D09-AFD1-DBFA0704C86B}" presName="sibTrans" presStyleLbl="sibTrans2D1" presStyleIdx="1" presStyleCnt="3"/>
      <dgm:spPr/>
    </dgm:pt>
    <dgm:pt modelId="{B6A51BDE-E356-48E7-834B-AD1C441F7AF6}" type="pres">
      <dgm:prSet presAssocID="{D2083990-CD5E-4D09-AFD1-DBFA0704C86B}" presName="connectorText" presStyleLbl="sibTrans2D1" presStyleIdx="1" presStyleCnt="3"/>
      <dgm:spPr/>
    </dgm:pt>
    <dgm:pt modelId="{E418EB3C-2A46-442A-BA1C-E269296F5725}" type="pres">
      <dgm:prSet presAssocID="{F43D796E-71B9-4E44-AC72-70B3FEB65750}" presName="node" presStyleLbl="node1" presStyleIdx="2" presStyleCnt="4">
        <dgm:presLayoutVars>
          <dgm:bulletEnabled val="1"/>
        </dgm:presLayoutVars>
      </dgm:prSet>
      <dgm:spPr/>
    </dgm:pt>
    <dgm:pt modelId="{2A126C6A-E805-4023-AB62-4637EC936F4A}" type="pres">
      <dgm:prSet presAssocID="{1BF95744-A68B-420E-9175-9A61331F1FBD}" presName="sibTrans" presStyleLbl="sibTrans2D1" presStyleIdx="2" presStyleCnt="3"/>
      <dgm:spPr/>
    </dgm:pt>
    <dgm:pt modelId="{6256F0D1-139E-4FF8-99FD-CBB4F35614A2}" type="pres">
      <dgm:prSet presAssocID="{1BF95744-A68B-420E-9175-9A61331F1FBD}" presName="connectorText" presStyleLbl="sibTrans2D1" presStyleIdx="2" presStyleCnt="3"/>
      <dgm:spPr/>
    </dgm:pt>
    <dgm:pt modelId="{C1029E1D-B90F-4D9D-9D0B-EA15C77FB6B8}" type="pres">
      <dgm:prSet presAssocID="{575B1F82-5987-40AA-9A64-F7DEC2B0764C}" presName="node" presStyleLbl="node1" presStyleIdx="3" presStyleCnt="4">
        <dgm:presLayoutVars>
          <dgm:bulletEnabled val="1"/>
        </dgm:presLayoutVars>
      </dgm:prSet>
      <dgm:spPr/>
    </dgm:pt>
  </dgm:ptLst>
  <dgm:cxnLst>
    <dgm:cxn modelId="{66AB432A-804C-41F4-9AA2-36363E3D4A4A}" srcId="{80C134A4-D7F4-40D9-AB71-D6B9A2F30C72}" destId="{F43D796E-71B9-4E44-AC72-70B3FEB65750}" srcOrd="2" destOrd="0" parTransId="{32E84D2A-B831-4E9C-A141-982B0209DEA6}" sibTransId="{1BF95744-A68B-420E-9175-9A61331F1FBD}"/>
    <dgm:cxn modelId="{41A4902A-DFC2-4AB6-B149-887E459564CE}" type="presOf" srcId="{1BF95744-A68B-420E-9175-9A61331F1FBD}" destId="{6256F0D1-139E-4FF8-99FD-CBB4F35614A2}" srcOrd="1" destOrd="0" presId="urn:microsoft.com/office/officeart/2005/8/layout/process2"/>
    <dgm:cxn modelId="{20D41978-F424-4155-9516-4565E0DAB71E}" type="presOf" srcId="{1BF95744-A68B-420E-9175-9A61331F1FBD}" destId="{2A126C6A-E805-4023-AB62-4637EC936F4A}" srcOrd="0" destOrd="0" presId="urn:microsoft.com/office/officeart/2005/8/layout/process2"/>
    <dgm:cxn modelId="{1EB02858-9BE6-403F-9B1F-56F2A29C5B99}" type="presOf" srcId="{50D2B5F3-41E4-482E-B470-1A8C4F140B61}" destId="{C5F5BA01-D7CF-4C9C-92F9-65048D8D4987}" srcOrd="0" destOrd="0" presId="urn:microsoft.com/office/officeart/2005/8/layout/process2"/>
    <dgm:cxn modelId="{7E9FB88C-9C88-4BAE-8FF1-FC872F0EC2FB}" type="presOf" srcId="{D2083990-CD5E-4D09-AFD1-DBFA0704C86B}" destId="{60227595-6E1E-4024-9E6B-3394173E6544}" srcOrd="0" destOrd="0" presId="urn:microsoft.com/office/officeart/2005/8/layout/process2"/>
    <dgm:cxn modelId="{352EBD8C-0190-4FDB-BC35-7DEB3C5E7A9E}" type="presOf" srcId="{D2083990-CD5E-4D09-AFD1-DBFA0704C86B}" destId="{B6A51BDE-E356-48E7-834B-AD1C441F7AF6}" srcOrd="1" destOrd="0" presId="urn:microsoft.com/office/officeart/2005/8/layout/process2"/>
    <dgm:cxn modelId="{3A3868BF-6CC2-4066-A169-11037809F3E0}" type="presOf" srcId="{575B1F82-5987-40AA-9A64-F7DEC2B0764C}" destId="{C1029E1D-B90F-4D9D-9D0B-EA15C77FB6B8}" srcOrd="0" destOrd="0" presId="urn:microsoft.com/office/officeart/2005/8/layout/process2"/>
    <dgm:cxn modelId="{4924EBC1-8F0D-4FD0-8E72-6A15DFAA4121}" type="presOf" srcId="{F43D796E-71B9-4E44-AC72-70B3FEB65750}" destId="{E418EB3C-2A46-442A-BA1C-E269296F5725}" srcOrd="0" destOrd="0" presId="urn:microsoft.com/office/officeart/2005/8/layout/process2"/>
    <dgm:cxn modelId="{8D42DEDB-E4AE-4830-B4F7-EC6D26954759}" type="presOf" srcId="{80C134A4-D7F4-40D9-AB71-D6B9A2F30C72}" destId="{5A108B34-0C03-4596-9E59-0409B070B2DF}" srcOrd="0" destOrd="0" presId="urn:microsoft.com/office/officeart/2005/8/layout/process2"/>
    <dgm:cxn modelId="{A734C5DD-5433-46BE-9150-0028B14561D5}" srcId="{80C134A4-D7F4-40D9-AB71-D6B9A2F30C72}" destId="{50D2B5F3-41E4-482E-B470-1A8C4F140B61}" srcOrd="1" destOrd="0" parTransId="{C6A2C90E-58B1-40B2-A2DB-85BB22860762}" sibTransId="{D2083990-CD5E-4D09-AFD1-DBFA0704C86B}"/>
    <dgm:cxn modelId="{08C249E2-A22D-4D31-9DD7-1941684EC6A6}" srcId="{80C134A4-D7F4-40D9-AB71-D6B9A2F30C72}" destId="{8ED5BF1F-5B0F-43F5-AD8B-F44FB7DD3D43}" srcOrd="0" destOrd="0" parTransId="{0E031C60-6188-411D-A379-1E765D247D82}" sibTransId="{DD4AC976-3032-4739-A315-93CDAB1BC82D}"/>
    <dgm:cxn modelId="{0751E9E9-497B-41C0-BD0C-94FD9D79909E}" type="presOf" srcId="{DD4AC976-3032-4739-A315-93CDAB1BC82D}" destId="{8C209F70-3645-462C-96FF-8A1E648E0EFB}" srcOrd="1" destOrd="0" presId="urn:microsoft.com/office/officeart/2005/8/layout/process2"/>
    <dgm:cxn modelId="{AEA81AEB-4D41-4574-85F4-258CFC10E78D}" type="presOf" srcId="{DD4AC976-3032-4739-A315-93CDAB1BC82D}" destId="{2F70CFC6-4C59-46EA-B4D4-94CB3CF02F60}" srcOrd="0" destOrd="0" presId="urn:microsoft.com/office/officeart/2005/8/layout/process2"/>
    <dgm:cxn modelId="{D03AE0FB-E31B-45D0-AD73-1A34C4D8DFB5}" srcId="{80C134A4-D7F4-40D9-AB71-D6B9A2F30C72}" destId="{575B1F82-5987-40AA-9A64-F7DEC2B0764C}" srcOrd="3" destOrd="0" parTransId="{D3324225-C443-4430-A1FA-8CFE629DD906}" sibTransId="{52A16F14-129D-4378-9704-4E888F2672A9}"/>
    <dgm:cxn modelId="{0C37E1FD-248A-4199-81A4-5A24D6A7242A}" type="presOf" srcId="{8ED5BF1F-5B0F-43F5-AD8B-F44FB7DD3D43}" destId="{EC8F9549-3435-4C7E-96E4-1748B6F987D2}" srcOrd="0" destOrd="0" presId="urn:microsoft.com/office/officeart/2005/8/layout/process2"/>
    <dgm:cxn modelId="{CF0E5C0A-533D-4E01-BAE2-AD18A67365C4}" type="presParOf" srcId="{5A108B34-0C03-4596-9E59-0409B070B2DF}" destId="{EC8F9549-3435-4C7E-96E4-1748B6F987D2}" srcOrd="0" destOrd="0" presId="urn:microsoft.com/office/officeart/2005/8/layout/process2"/>
    <dgm:cxn modelId="{1F6F3CA2-4C0C-48B0-8453-DF8153B5CF34}" type="presParOf" srcId="{5A108B34-0C03-4596-9E59-0409B070B2DF}" destId="{2F70CFC6-4C59-46EA-B4D4-94CB3CF02F60}" srcOrd="1" destOrd="0" presId="urn:microsoft.com/office/officeart/2005/8/layout/process2"/>
    <dgm:cxn modelId="{F51AE7DA-D5DF-4E4F-966A-42F61C06A6A3}" type="presParOf" srcId="{2F70CFC6-4C59-46EA-B4D4-94CB3CF02F60}" destId="{8C209F70-3645-462C-96FF-8A1E648E0EFB}" srcOrd="0" destOrd="0" presId="urn:microsoft.com/office/officeart/2005/8/layout/process2"/>
    <dgm:cxn modelId="{B94DF021-4125-4529-A7E7-FC7169864897}" type="presParOf" srcId="{5A108B34-0C03-4596-9E59-0409B070B2DF}" destId="{C5F5BA01-D7CF-4C9C-92F9-65048D8D4987}" srcOrd="2" destOrd="0" presId="urn:microsoft.com/office/officeart/2005/8/layout/process2"/>
    <dgm:cxn modelId="{F79DA6D4-B78C-4E51-970B-3B12941DB073}" type="presParOf" srcId="{5A108B34-0C03-4596-9E59-0409B070B2DF}" destId="{60227595-6E1E-4024-9E6B-3394173E6544}" srcOrd="3" destOrd="0" presId="urn:microsoft.com/office/officeart/2005/8/layout/process2"/>
    <dgm:cxn modelId="{F84CB332-29AF-4B03-953C-9829FE16BB21}" type="presParOf" srcId="{60227595-6E1E-4024-9E6B-3394173E6544}" destId="{B6A51BDE-E356-48E7-834B-AD1C441F7AF6}" srcOrd="0" destOrd="0" presId="urn:microsoft.com/office/officeart/2005/8/layout/process2"/>
    <dgm:cxn modelId="{9A2F3239-81C9-4301-978E-049948138C60}" type="presParOf" srcId="{5A108B34-0C03-4596-9E59-0409B070B2DF}" destId="{E418EB3C-2A46-442A-BA1C-E269296F5725}" srcOrd="4" destOrd="0" presId="urn:microsoft.com/office/officeart/2005/8/layout/process2"/>
    <dgm:cxn modelId="{17379A57-9D7B-44C9-9433-317A71300306}" type="presParOf" srcId="{5A108B34-0C03-4596-9E59-0409B070B2DF}" destId="{2A126C6A-E805-4023-AB62-4637EC936F4A}" srcOrd="5" destOrd="0" presId="urn:microsoft.com/office/officeart/2005/8/layout/process2"/>
    <dgm:cxn modelId="{99A4E715-1686-4CA1-929E-5DDB1633555E}" type="presParOf" srcId="{2A126C6A-E805-4023-AB62-4637EC936F4A}" destId="{6256F0D1-139E-4FF8-99FD-CBB4F35614A2}" srcOrd="0" destOrd="0" presId="urn:microsoft.com/office/officeart/2005/8/layout/process2"/>
    <dgm:cxn modelId="{4216F3BE-B13D-4AE7-98CC-77504B855809}" type="presParOf" srcId="{5A108B34-0C03-4596-9E59-0409B070B2DF}" destId="{C1029E1D-B90F-4D9D-9D0B-EA15C77FB6B8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22DEE21-EE95-4EDA-AF0B-E23A7CFB6539}" type="doc">
      <dgm:prSet loTypeId="urn:microsoft.com/office/officeart/2005/8/layout/hierarchy3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fr-FR"/>
        </a:p>
      </dgm:t>
    </dgm:pt>
    <dgm:pt modelId="{A1648EF4-BCE8-4DE4-B7EB-0CE676E67B65}">
      <dgm:prSet phldrT="[Texte]"/>
      <dgm:spPr/>
      <dgm:t>
        <a:bodyPr/>
        <a:lstStyle/>
        <a:p>
          <a:r>
            <a:rPr lang="fr-FR" dirty="0">
              <a:solidFill>
                <a:schemeClr val="tx1"/>
              </a:solidFill>
            </a:rPr>
            <a:t>Patch </a:t>
          </a:r>
          <a:r>
            <a:rPr lang="fr-FR" dirty="0" err="1">
              <a:solidFill>
                <a:schemeClr val="tx1"/>
              </a:solidFill>
            </a:rPr>
            <a:t>Embedding</a:t>
          </a:r>
          <a:endParaRPr lang="fr-FR" dirty="0">
            <a:solidFill>
              <a:schemeClr val="tx1"/>
            </a:solidFill>
          </a:endParaRPr>
        </a:p>
      </dgm:t>
    </dgm:pt>
    <dgm:pt modelId="{10176A0B-F214-4122-B2B3-B5FC7AF469B8}" type="parTrans" cxnId="{D1BCB269-EE20-4518-AB47-C604BC5483EE}">
      <dgm:prSet/>
      <dgm:spPr/>
      <dgm:t>
        <a:bodyPr/>
        <a:lstStyle/>
        <a:p>
          <a:endParaRPr lang="fr-FR"/>
        </a:p>
      </dgm:t>
    </dgm:pt>
    <dgm:pt modelId="{81184769-F855-4794-9EC6-4DE14F2A159B}" type="sibTrans" cxnId="{D1BCB269-EE20-4518-AB47-C604BC5483EE}">
      <dgm:prSet/>
      <dgm:spPr/>
      <dgm:t>
        <a:bodyPr/>
        <a:lstStyle/>
        <a:p>
          <a:endParaRPr lang="fr-FR"/>
        </a:p>
      </dgm:t>
    </dgm:pt>
    <dgm:pt modelId="{D88E4370-B20E-4CF0-B6FB-C3A596F427FA}">
      <dgm:prSet phldrT="[Texte]"/>
      <dgm:spPr/>
      <dgm:t>
        <a:bodyPr/>
        <a:lstStyle/>
        <a:p>
          <a:r>
            <a:rPr lang="fr-FR" dirty="0" err="1"/>
            <a:t>Query</a:t>
          </a:r>
          <a:r>
            <a:rPr lang="fr-FR" dirty="0"/>
            <a:t> (Q)</a:t>
          </a:r>
        </a:p>
      </dgm:t>
    </dgm:pt>
    <dgm:pt modelId="{DF264473-3BAF-45B5-908E-E79F98F83097}" type="parTrans" cxnId="{BC65E600-7944-4766-83AC-EDEA698CCAB2}">
      <dgm:prSet/>
      <dgm:spPr/>
      <dgm:t>
        <a:bodyPr/>
        <a:lstStyle/>
        <a:p>
          <a:endParaRPr lang="fr-FR"/>
        </a:p>
      </dgm:t>
    </dgm:pt>
    <dgm:pt modelId="{EEE23478-A592-4770-A8A7-B2FDC7CFC483}" type="sibTrans" cxnId="{BC65E600-7944-4766-83AC-EDEA698CCAB2}">
      <dgm:prSet/>
      <dgm:spPr/>
      <dgm:t>
        <a:bodyPr/>
        <a:lstStyle/>
        <a:p>
          <a:endParaRPr lang="fr-FR"/>
        </a:p>
      </dgm:t>
    </dgm:pt>
    <dgm:pt modelId="{22B550A8-7F21-45C9-934F-2D6250DCDDE5}">
      <dgm:prSet phldrT="[Texte]"/>
      <dgm:spPr/>
      <dgm:t>
        <a:bodyPr/>
        <a:lstStyle/>
        <a:p>
          <a:r>
            <a:rPr lang="fr-FR" dirty="0"/>
            <a:t>Key (K)</a:t>
          </a:r>
        </a:p>
      </dgm:t>
    </dgm:pt>
    <dgm:pt modelId="{A41439DF-375A-444A-A5F0-2CD75DBC8582}" type="parTrans" cxnId="{8B6E9FA6-3757-4F3E-8886-BB10A95D94EF}">
      <dgm:prSet/>
      <dgm:spPr/>
      <dgm:t>
        <a:bodyPr/>
        <a:lstStyle/>
        <a:p>
          <a:endParaRPr lang="fr-FR"/>
        </a:p>
      </dgm:t>
    </dgm:pt>
    <dgm:pt modelId="{88B234A7-84D3-44A2-914A-B0AFD90547B3}" type="sibTrans" cxnId="{8B6E9FA6-3757-4F3E-8886-BB10A95D94EF}">
      <dgm:prSet/>
      <dgm:spPr/>
      <dgm:t>
        <a:bodyPr/>
        <a:lstStyle/>
        <a:p>
          <a:endParaRPr lang="fr-FR"/>
        </a:p>
      </dgm:t>
    </dgm:pt>
    <dgm:pt modelId="{08AD8B92-9AF9-4813-A260-66C0DAF0A356}">
      <dgm:prSet phldrT="[Texte]"/>
      <dgm:spPr/>
      <dgm:t>
        <a:bodyPr/>
        <a:lstStyle/>
        <a:p>
          <a:r>
            <a:rPr lang="fr-FR" dirty="0"/>
            <a:t>Value (V)</a:t>
          </a:r>
        </a:p>
      </dgm:t>
    </dgm:pt>
    <dgm:pt modelId="{E64F4219-1646-49C9-B633-EF99671D34DB}" type="parTrans" cxnId="{FD960741-D9B1-49CC-A371-51CC141973FB}">
      <dgm:prSet/>
      <dgm:spPr/>
      <dgm:t>
        <a:bodyPr/>
        <a:lstStyle/>
        <a:p>
          <a:endParaRPr lang="fr-FR"/>
        </a:p>
      </dgm:t>
    </dgm:pt>
    <dgm:pt modelId="{683B2461-80AB-4E8B-94C4-4B9C9D6A0C95}" type="sibTrans" cxnId="{FD960741-D9B1-49CC-A371-51CC141973FB}">
      <dgm:prSet/>
      <dgm:spPr/>
      <dgm:t>
        <a:bodyPr/>
        <a:lstStyle/>
        <a:p>
          <a:endParaRPr lang="fr-FR"/>
        </a:p>
      </dgm:t>
    </dgm:pt>
    <dgm:pt modelId="{5A0A5880-4929-42E7-B0ED-2BA2A6C6D023}">
      <dgm:prSet phldrT="[Texte]"/>
      <dgm:spPr/>
      <dgm:t>
        <a:bodyPr/>
        <a:lstStyle/>
        <a:p>
          <a:r>
            <a:rPr lang="fr-FR" dirty="0"/>
            <a:t>Que suis-je en train de rechercher ?</a:t>
          </a:r>
        </a:p>
      </dgm:t>
    </dgm:pt>
    <dgm:pt modelId="{70E7976B-503E-4809-BA0D-A49ADB2480E3}" type="parTrans" cxnId="{D8945FC2-4A95-47F1-8CC8-F7E269D43413}">
      <dgm:prSet/>
      <dgm:spPr/>
      <dgm:t>
        <a:bodyPr/>
        <a:lstStyle/>
        <a:p>
          <a:endParaRPr lang="fr-FR"/>
        </a:p>
      </dgm:t>
    </dgm:pt>
    <dgm:pt modelId="{31B9373B-CCAC-436C-B1A5-C7E188D0A89D}" type="sibTrans" cxnId="{D8945FC2-4A95-47F1-8CC8-F7E269D43413}">
      <dgm:prSet/>
      <dgm:spPr/>
      <dgm:t>
        <a:bodyPr/>
        <a:lstStyle/>
        <a:p>
          <a:endParaRPr lang="fr-FR"/>
        </a:p>
      </dgm:t>
    </dgm:pt>
    <dgm:pt modelId="{06761426-B782-4D71-86B0-DCCB43CB2B14}">
      <dgm:prSet phldrT="[Texte]"/>
      <dgm:spPr/>
      <dgm:t>
        <a:bodyPr/>
        <a:lstStyle/>
        <a:p>
          <a:r>
            <a:rPr lang="fr-FR" dirty="0"/>
            <a:t>Quelle information puis-je apporter ?</a:t>
          </a:r>
        </a:p>
      </dgm:t>
    </dgm:pt>
    <dgm:pt modelId="{4D17ABC8-D17C-4F82-B581-536C83387978}" type="parTrans" cxnId="{75A5807A-5112-4279-965C-AFF2B745C7B9}">
      <dgm:prSet/>
      <dgm:spPr/>
      <dgm:t>
        <a:bodyPr/>
        <a:lstStyle/>
        <a:p>
          <a:endParaRPr lang="fr-FR"/>
        </a:p>
      </dgm:t>
    </dgm:pt>
    <dgm:pt modelId="{F574E81C-81C3-494A-870E-476EC33631C4}" type="sibTrans" cxnId="{75A5807A-5112-4279-965C-AFF2B745C7B9}">
      <dgm:prSet/>
      <dgm:spPr/>
      <dgm:t>
        <a:bodyPr/>
        <a:lstStyle/>
        <a:p>
          <a:endParaRPr lang="fr-FR"/>
        </a:p>
      </dgm:t>
    </dgm:pt>
    <dgm:pt modelId="{7C08A671-3909-46B0-96A8-8EF496B7A6B6}">
      <dgm:prSet phldrT="[Texte]"/>
      <dgm:spPr/>
      <dgm:t>
        <a:bodyPr/>
        <a:lstStyle/>
        <a:p>
          <a:r>
            <a:rPr lang="fr-FR" dirty="0"/>
            <a:t>Quelle information vais-je transmettre ?</a:t>
          </a:r>
        </a:p>
      </dgm:t>
    </dgm:pt>
    <dgm:pt modelId="{1D1210A8-BFE3-4297-9585-99DD02FC6A95}" type="parTrans" cxnId="{9D75A902-FB3B-424F-A4A2-2C0FB16F3C97}">
      <dgm:prSet/>
      <dgm:spPr/>
      <dgm:t>
        <a:bodyPr/>
        <a:lstStyle/>
        <a:p>
          <a:endParaRPr lang="fr-FR"/>
        </a:p>
      </dgm:t>
    </dgm:pt>
    <dgm:pt modelId="{1AFC7CFD-5BC3-4AE2-8FFA-BFF50D2FC493}" type="sibTrans" cxnId="{9D75A902-FB3B-424F-A4A2-2C0FB16F3C97}">
      <dgm:prSet/>
      <dgm:spPr/>
      <dgm:t>
        <a:bodyPr/>
        <a:lstStyle/>
        <a:p>
          <a:endParaRPr lang="fr-FR"/>
        </a:p>
      </dgm:t>
    </dgm:pt>
    <dgm:pt modelId="{69CFFB3B-5BD7-47A2-AD9D-148296766D36}" type="pres">
      <dgm:prSet presAssocID="{B22DEE21-EE95-4EDA-AF0B-E23A7CFB6539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3D41A45-1AB7-41DE-BF14-DA8F7DF5AB0F}" type="pres">
      <dgm:prSet presAssocID="{A1648EF4-BCE8-4DE4-B7EB-0CE676E67B65}" presName="root" presStyleCnt="0"/>
      <dgm:spPr/>
    </dgm:pt>
    <dgm:pt modelId="{CA320321-FA2E-44F2-82A3-DFEEF7AFCFEE}" type="pres">
      <dgm:prSet presAssocID="{A1648EF4-BCE8-4DE4-B7EB-0CE676E67B65}" presName="rootComposite" presStyleCnt="0"/>
      <dgm:spPr/>
    </dgm:pt>
    <dgm:pt modelId="{6B9A6AF2-5A9E-4085-9B28-5BEF33F459D2}" type="pres">
      <dgm:prSet presAssocID="{A1648EF4-BCE8-4DE4-B7EB-0CE676E67B65}" presName="rootText" presStyleLbl="node1" presStyleIdx="0" presStyleCnt="1"/>
      <dgm:spPr/>
    </dgm:pt>
    <dgm:pt modelId="{BE3180D9-4E57-4D10-B33C-EBB6488CAE29}" type="pres">
      <dgm:prSet presAssocID="{A1648EF4-BCE8-4DE4-B7EB-0CE676E67B65}" presName="rootConnector" presStyleLbl="node1" presStyleIdx="0" presStyleCnt="1"/>
      <dgm:spPr/>
    </dgm:pt>
    <dgm:pt modelId="{708ECCF2-BDCB-46C2-BCA2-19C132BB8E43}" type="pres">
      <dgm:prSet presAssocID="{A1648EF4-BCE8-4DE4-B7EB-0CE676E67B65}" presName="childShape" presStyleCnt="0"/>
      <dgm:spPr/>
    </dgm:pt>
    <dgm:pt modelId="{F1E78BDF-2518-4796-9D41-8510A438C043}" type="pres">
      <dgm:prSet presAssocID="{DF264473-3BAF-45B5-908E-E79F98F83097}" presName="Name13" presStyleLbl="parChTrans1D2" presStyleIdx="0" presStyleCnt="3"/>
      <dgm:spPr/>
    </dgm:pt>
    <dgm:pt modelId="{D07A4780-28B8-41D9-BA18-44CA24E7F9E2}" type="pres">
      <dgm:prSet presAssocID="{D88E4370-B20E-4CF0-B6FB-C3A596F427FA}" presName="childText" presStyleLbl="bgAcc1" presStyleIdx="0" presStyleCnt="3">
        <dgm:presLayoutVars>
          <dgm:bulletEnabled val="1"/>
        </dgm:presLayoutVars>
      </dgm:prSet>
      <dgm:spPr/>
    </dgm:pt>
    <dgm:pt modelId="{F2ADF8C6-0126-4772-85F6-63D83A53CCC0}" type="pres">
      <dgm:prSet presAssocID="{A41439DF-375A-444A-A5F0-2CD75DBC8582}" presName="Name13" presStyleLbl="parChTrans1D2" presStyleIdx="1" presStyleCnt="3"/>
      <dgm:spPr/>
    </dgm:pt>
    <dgm:pt modelId="{C4D67379-EF28-444D-BEBA-01AF0FA4FA49}" type="pres">
      <dgm:prSet presAssocID="{22B550A8-7F21-45C9-934F-2D6250DCDDE5}" presName="childText" presStyleLbl="bgAcc1" presStyleIdx="1" presStyleCnt="3">
        <dgm:presLayoutVars>
          <dgm:bulletEnabled val="1"/>
        </dgm:presLayoutVars>
      </dgm:prSet>
      <dgm:spPr/>
    </dgm:pt>
    <dgm:pt modelId="{B6691F11-49D4-4437-94C4-44DCB54138ED}" type="pres">
      <dgm:prSet presAssocID="{E64F4219-1646-49C9-B633-EF99671D34DB}" presName="Name13" presStyleLbl="parChTrans1D2" presStyleIdx="2" presStyleCnt="3"/>
      <dgm:spPr/>
    </dgm:pt>
    <dgm:pt modelId="{294F1C41-AC82-43A0-9734-3E8A061A5FDB}" type="pres">
      <dgm:prSet presAssocID="{08AD8B92-9AF9-4813-A260-66C0DAF0A356}" presName="childText" presStyleLbl="bgAcc1" presStyleIdx="2" presStyleCnt="3">
        <dgm:presLayoutVars>
          <dgm:bulletEnabled val="1"/>
        </dgm:presLayoutVars>
      </dgm:prSet>
      <dgm:spPr/>
    </dgm:pt>
  </dgm:ptLst>
  <dgm:cxnLst>
    <dgm:cxn modelId="{BC65E600-7944-4766-83AC-EDEA698CCAB2}" srcId="{A1648EF4-BCE8-4DE4-B7EB-0CE676E67B65}" destId="{D88E4370-B20E-4CF0-B6FB-C3A596F427FA}" srcOrd="0" destOrd="0" parTransId="{DF264473-3BAF-45B5-908E-E79F98F83097}" sibTransId="{EEE23478-A592-4770-A8A7-B2FDC7CFC483}"/>
    <dgm:cxn modelId="{9D75A902-FB3B-424F-A4A2-2C0FB16F3C97}" srcId="{08AD8B92-9AF9-4813-A260-66C0DAF0A356}" destId="{7C08A671-3909-46B0-96A8-8EF496B7A6B6}" srcOrd="0" destOrd="0" parTransId="{1D1210A8-BFE3-4297-9585-99DD02FC6A95}" sibTransId="{1AFC7CFD-5BC3-4AE2-8FFA-BFF50D2FC493}"/>
    <dgm:cxn modelId="{E6139904-A2FD-4999-BE11-F2972669FA0A}" type="presOf" srcId="{08AD8B92-9AF9-4813-A260-66C0DAF0A356}" destId="{294F1C41-AC82-43A0-9734-3E8A061A5FDB}" srcOrd="0" destOrd="0" presId="urn:microsoft.com/office/officeart/2005/8/layout/hierarchy3"/>
    <dgm:cxn modelId="{77BCDB2C-09C1-447C-9BB3-3CE95D1BB676}" type="presOf" srcId="{A1648EF4-BCE8-4DE4-B7EB-0CE676E67B65}" destId="{6B9A6AF2-5A9E-4085-9B28-5BEF33F459D2}" srcOrd="0" destOrd="0" presId="urn:microsoft.com/office/officeart/2005/8/layout/hierarchy3"/>
    <dgm:cxn modelId="{FD960741-D9B1-49CC-A371-51CC141973FB}" srcId="{A1648EF4-BCE8-4DE4-B7EB-0CE676E67B65}" destId="{08AD8B92-9AF9-4813-A260-66C0DAF0A356}" srcOrd="2" destOrd="0" parTransId="{E64F4219-1646-49C9-B633-EF99671D34DB}" sibTransId="{683B2461-80AB-4E8B-94C4-4B9C9D6A0C95}"/>
    <dgm:cxn modelId="{D1BCB269-EE20-4518-AB47-C604BC5483EE}" srcId="{B22DEE21-EE95-4EDA-AF0B-E23A7CFB6539}" destId="{A1648EF4-BCE8-4DE4-B7EB-0CE676E67B65}" srcOrd="0" destOrd="0" parTransId="{10176A0B-F214-4122-B2B3-B5FC7AF469B8}" sibTransId="{81184769-F855-4794-9EC6-4DE14F2A159B}"/>
    <dgm:cxn modelId="{A1DEC84E-2438-4063-938D-C7F7CD6246D9}" type="presOf" srcId="{A1648EF4-BCE8-4DE4-B7EB-0CE676E67B65}" destId="{BE3180D9-4E57-4D10-B33C-EBB6488CAE29}" srcOrd="1" destOrd="0" presId="urn:microsoft.com/office/officeart/2005/8/layout/hierarchy3"/>
    <dgm:cxn modelId="{8BC0FF4E-DBF0-46BF-A058-DF8CA48818B9}" type="presOf" srcId="{A41439DF-375A-444A-A5F0-2CD75DBC8582}" destId="{F2ADF8C6-0126-4772-85F6-63D83A53CCC0}" srcOrd="0" destOrd="0" presId="urn:microsoft.com/office/officeart/2005/8/layout/hierarchy3"/>
    <dgm:cxn modelId="{75A5807A-5112-4279-965C-AFF2B745C7B9}" srcId="{22B550A8-7F21-45C9-934F-2D6250DCDDE5}" destId="{06761426-B782-4D71-86B0-DCCB43CB2B14}" srcOrd="0" destOrd="0" parTransId="{4D17ABC8-D17C-4F82-B581-536C83387978}" sibTransId="{F574E81C-81C3-494A-870E-476EC33631C4}"/>
    <dgm:cxn modelId="{4F9A3782-B616-41C8-96A2-BC4F90319DF3}" type="presOf" srcId="{06761426-B782-4D71-86B0-DCCB43CB2B14}" destId="{C4D67379-EF28-444D-BEBA-01AF0FA4FA49}" srcOrd="0" destOrd="1" presId="urn:microsoft.com/office/officeart/2005/8/layout/hierarchy3"/>
    <dgm:cxn modelId="{5732F886-CAE3-4E22-8D56-6069BC57AA3F}" type="presOf" srcId="{B22DEE21-EE95-4EDA-AF0B-E23A7CFB6539}" destId="{69CFFB3B-5BD7-47A2-AD9D-148296766D36}" srcOrd="0" destOrd="0" presId="urn:microsoft.com/office/officeart/2005/8/layout/hierarchy3"/>
    <dgm:cxn modelId="{3B33248C-B707-4175-B2B9-93AB6EC3A8C0}" type="presOf" srcId="{DF264473-3BAF-45B5-908E-E79F98F83097}" destId="{F1E78BDF-2518-4796-9D41-8510A438C043}" srcOrd="0" destOrd="0" presId="urn:microsoft.com/office/officeart/2005/8/layout/hierarchy3"/>
    <dgm:cxn modelId="{B128439F-AF9D-47D9-B0E9-B8D3F6A82051}" type="presOf" srcId="{D88E4370-B20E-4CF0-B6FB-C3A596F427FA}" destId="{D07A4780-28B8-41D9-BA18-44CA24E7F9E2}" srcOrd="0" destOrd="0" presId="urn:microsoft.com/office/officeart/2005/8/layout/hierarchy3"/>
    <dgm:cxn modelId="{8B6E9FA6-3757-4F3E-8886-BB10A95D94EF}" srcId="{A1648EF4-BCE8-4DE4-B7EB-0CE676E67B65}" destId="{22B550A8-7F21-45C9-934F-2D6250DCDDE5}" srcOrd="1" destOrd="0" parTransId="{A41439DF-375A-444A-A5F0-2CD75DBC8582}" sibTransId="{88B234A7-84D3-44A2-914A-B0AFD90547B3}"/>
    <dgm:cxn modelId="{5AE455C1-F486-4675-8A68-3784AC53D3EC}" type="presOf" srcId="{5A0A5880-4929-42E7-B0ED-2BA2A6C6D023}" destId="{D07A4780-28B8-41D9-BA18-44CA24E7F9E2}" srcOrd="0" destOrd="1" presId="urn:microsoft.com/office/officeart/2005/8/layout/hierarchy3"/>
    <dgm:cxn modelId="{D8945FC2-4A95-47F1-8CC8-F7E269D43413}" srcId="{D88E4370-B20E-4CF0-B6FB-C3A596F427FA}" destId="{5A0A5880-4929-42E7-B0ED-2BA2A6C6D023}" srcOrd="0" destOrd="0" parTransId="{70E7976B-503E-4809-BA0D-A49ADB2480E3}" sibTransId="{31B9373B-CCAC-436C-B1A5-C7E188D0A89D}"/>
    <dgm:cxn modelId="{9F525DCC-D081-469D-B7C0-25BFB066965D}" type="presOf" srcId="{E64F4219-1646-49C9-B633-EF99671D34DB}" destId="{B6691F11-49D4-4437-94C4-44DCB54138ED}" srcOrd="0" destOrd="0" presId="urn:microsoft.com/office/officeart/2005/8/layout/hierarchy3"/>
    <dgm:cxn modelId="{CEFB88E5-B1D2-4563-AA61-6AE27ADD3006}" type="presOf" srcId="{7C08A671-3909-46B0-96A8-8EF496B7A6B6}" destId="{294F1C41-AC82-43A0-9734-3E8A061A5FDB}" srcOrd="0" destOrd="1" presId="urn:microsoft.com/office/officeart/2005/8/layout/hierarchy3"/>
    <dgm:cxn modelId="{D07DADFE-8395-41DD-9D44-7A8E66ADA87D}" type="presOf" srcId="{22B550A8-7F21-45C9-934F-2D6250DCDDE5}" destId="{C4D67379-EF28-444D-BEBA-01AF0FA4FA49}" srcOrd="0" destOrd="0" presId="urn:microsoft.com/office/officeart/2005/8/layout/hierarchy3"/>
    <dgm:cxn modelId="{4E04AD81-DC0F-4338-A447-576D6B2C43BF}" type="presParOf" srcId="{69CFFB3B-5BD7-47A2-AD9D-148296766D36}" destId="{53D41A45-1AB7-41DE-BF14-DA8F7DF5AB0F}" srcOrd="0" destOrd="0" presId="urn:microsoft.com/office/officeart/2005/8/layout/hierarchy3"/>
    <dgm:cxn modelId="{A69C9C1D-B9D5-407E-8DB2-2C421A8F1293}" type="presParOf" srcId="{53D41A45-1AB7-41DE-BF14-DA8F7DF5AB0F}" destId="{CA320321-FA2E-44F2-82A3-DFEEF7AFCFEE}" srcOrd="0" destOrd="0" presId="urn:microsoft.com/office/officeart/2005/8/layout/hierarchy3"/>
    <dgm:cxn modelId="{15FD0D4B-5088-4631-8E53-4AE44992800E}" type="presParOf" srcId="{CA320321-FA2E-44F2-82A3-DFEEF7AFCFEE}" destId="{6B9A6AF2-5A9E-4085-9B28-5BEF33F459D2}" srcOrd="0" destOrd="0" presId="urn:microsoft.com/office/officeart/2005/8/layout/hierarchy3"/>
    <dgm:cxn modelId="{6BAD1D54-90DF-4286-B1E4-6D3F55E260B1}" type="presParOf" srcId="{CA320321-FA2E-44F2-82A3-DFEEF7AFCFEE}" destId="{BE3180D9-4E57-4D10-B33C-EBB6488CAE29}" srcOrd="1" destOrd="0" presId="urn:microsoft.com/office/officeart/2005/8/layout/hierarchy3"/>
    <dgm:cxn modelId="{3C98B4DF-8ABD-41C1-B221-4038280368A0}" type="presParOf" srcId="{53D41A45-1AB7-41DE-BF14-DA8F7DF5AB0F}" destId="{708ECCF2-BDCB-46C2-BCA2-19C132BB8E43}" srcOrd="1" destOrd="0" presId="urn:microsoft.com/office/officeart/2005/8/layout/hierarchy3"/>
    <dgm:cxn modelId="{7EE8F2C7-2485-498C-9F74-84AB9A470AD7}" type="presParOf" srcId="{708ECCF2-BDCB-46C2-BCA2-19C132BB8E43}" destId="{F1E78BDF-2518-4796-9D41-8510A438C043}" srcOrd="0" destOrd="0" presId="urn:microsoft.com/office/officeart/2005/8/layout/hierarchy3"/>
    <dgm:cxn modelId="{78FA5F1C-5858-443E-B83A-4BE2409812A9}" type="presParOf" srcId="{708ECCF2-BDCB-46C2-BCA2-19C132BB8E43}" destId="{D07A4780-28B8-41D9-BA18-44CA24E7F9E2}" srcOrd="1" destOrd="0" presId="urn:microsoft.com/office/officeart/2005/8/layout/hierarchy3"/>
    <dgm:cxn modelId="{4D5AC296-E43A-4289-9FDE-F9878ABF04E0}" type="presParOf" srcId="{708ECCF2-BDCB-46C2-BCA2-19C132BB8E43}" destId="{F2ADF8C6-0126-4772-85F6-63D83A53CCC0}" srcOrd="2" destOrd="0" presId="urn:microsoft.com/office/officeart/2005/8/layout/hierarchy3"/>
    <dgm:cxn modelId="{66A36CDD-6123-4814-84EA-B29582934EF7}" type="presParOf" srcId="{708ECCF2-BDCB-46C2-BCA2-19C132BB8E43}" destId="{C4D67379-EF28-444D-BEBA-01AF0FA4FA49}" srcOrd="3" destOrd="0" presId="urn:microsoft.com/office/officeart/2005/8/layout/hierarchy3"/>
    <dgm:cxn modelId="{D6946520-62F0-4FE7-B0D2-2583206559F6}" type="presParOf" srcId="{708ECCF2-BDCB-46C2-BCA2-19C132BB8E43}" destId="{B6691F11-49D4-4437-94C4-44DCB54138ED}" srcOrd="4" destOrd="0" presId="urn:microsoft.com/office/officeart/2005/8/layout/hierarchy3"/>
    <dgm:cxn modelId="{854F7ECE-DB01-48EC-BABF-1C8B7C6F5366}" type="presParOf" srcId="{708ECCF2-BDCB-46C2-BCA2-19C132BB8E43}" destId="{294F1C41-AC82-43A0-9734-3E8A061A5FDB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0C134A4-D7F4-40D9-AB71-D6B9A2F30C72}" type="doc">
      <dgm:prSet loTypeId="urn:microsoft.com/office/officeart/2005/8/layout/default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fr-FR"/>
        </a:p>
      </dgm:t>
    </dgm:pt>
    <dgm:pt modelId="{40B31C8E-FF26-4D04-AE57-AAD5AF6EA86C}">
      <dgm:prSet/>
      <dgm:spPr/>
      <dgm:t>
        <a:bodyPr/>
        <a:lstStyle/>
        <a:p>
          <a:r>
            <a:rPr lang="fr-FR" dirty="0">
              <a:solidFill>
                <a:schemeClr val="tx1"/>
              </a:solidFill>
            </a:rPr>
            <a:t>1. Chaque patch génère :</a:t>
          </a:r>
        </a:p>
      </dgm:t>
    </dgm:pt>
    <dgm:pt modelId="{436A932C-BFB6-4BCA-ADBA-64835C3FF9FC}" type="parTrans" cxnId="{E40C0774-BF5A-42B2-B52D-2F9389710264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3629AB3E-EEDE-4CC4-A77E-7B6BD15CD494}" type="sibTrans" cxnId="{E40C0774-BF5A-42B2-B52D-2F9389710264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1381778C-3A2E-43F5-B902-E2B414A81C1E}">
      <dgm:prSet/>
      <dgm:spPr/>
      <dgm:t>
        <a:bodyPr/>
        <a:lstStyle/>
        <a:p>
          <a:r>
            <a:rPr lang="fr-FR" dirty="0">
              <a:solidFill>
                <a:schemeClr val="tx1"/>
              </a:solidFill>
            </a:rPr>
            <a:t>   - </a:t>
          </a:r>
          <a:r>
            <a:rPr lang="fr-FR" dirty="0" err="1">
              <a:solidFill>
                <a:schemeClr val="tx1"/>
              </a:solidFill>
            </a:rPr>
            <a:t>Query</a:t>
          </a:r>
          <a:r>
            <a:rPr lang="fr-FR" dirty="0">
              <a:solidFill>
                <a:schemeClr val="tx1"/>
              </a:solidFill>
            </a:rPr>
            <a:t> (Q)</a:t>
          </a:r>
        </a:p>
      </dgm:t>
    </dgm:pt>
    <dgm:pt modelId="{D9800A03-9AA8-4565-B1FC-F6D46F076E0F}" type="parTrans" cxnId="{EC023322-5B4A-4741-8115-C8E2BC86AB2D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9BC84887-F52A-4FF2-A924-1116D5C24364}" type="sibTrans" cxnId="{EC023322-5B4A-4741-8115-C8E2BC86AB2D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D521C1AE-86E6-4407-A8D8-634C4F4F55EE}">
      <dgm:prSet/>
      <dgm:spPr/>
      <dgm:t>
        <a:bodyPr/>
        <a:lstStyle/>
        <a:p>
          <a:r>
            <a:rPr lang="fr-FR" dirty="0">
              <a:solidFill>
                <a:schemeClr val="tx1"/>
              </a:solidFill>
            </a:rPr>
            <a:t>   - Key (K)</a:t>
          </a:r>
        </a:p>
      </dgm:t>
    </dgm:pt>
    <dgm:pt modelId="{188D2499-239B-40CB-859C-90FE382FFA49}" type="parTrans" cxnId="{8E52B4D4-E782-47D5-8A8B-2145E1E4DBE3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03F9AB74-481F-4BA0-AAA5-27657C3F6BCC}" type="sibTrans" cxnId="{8E52B4D4-E782-47D5-8A8B-2145E1E4DBE3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CB312EB5-39AC-4FDB-B0AE-7F73A8C131EC}">
      <dgm:prSet/>
      <dgm:spPr/>
      <dgm:t>
        <a:bodyPr/>
        <a:lstStyle/>
        <a:p>
          <a:r>
            <a:rPr lang="fr-FR" dirty="0">
              <a:solidFill>
                <a:schemeClr val="tx1"/>
              </a:solidFill>
            </a:rPr>
            <a:t>   - Value (V)</a:t>
          </a:r>
        </a:p>
      </dgm:t>
    </dgm:pt>
    <dgm:pt modelId="{063FD81F-E665-4F4B-9C52-27D89930FE90}" type="parTrans" cxnId="{63886CF2-1A83-482B-BCF0-FCC81DD3F6E5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04C1B533-F292-4546-98CF-110B96455203}" type="sibTrans" cxnId="{63886CF2-1A83-482B-BCF0-FCC81DD3F6E5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E55B334C-C828-4542-B8D6-23D1E00F3BF7}">
      <dgm:prSet/>
      <dgm:spPr/>
      <dgm:t>
        <a:bodyPr/>
        <a:lstStyle/>
        <a:p>
          <a:r>
            <a:rPr lang="fr-FR" dirty="0">
              <a:solidFill>
                <a:schemeClr val="tx1"/>
              </a:solidFill>
            </a:rPr>
            <a:t>2. Les </a:t>
          </a:r>
          <a:r>
            <a:rPr lang="fr-FR" dirty="0" err="1">
              <a:solidFill>
                <a:schemeClr val="tx1"/>
              </a:solidFill>
            </a:rPr>
            <a:t>Query</a:t>
          </a:r>
          <a:r>
            <a:rPr lang="fr-FR" dirty="0">
              <a:solidFill>
                <a:schemeClr val="tx1"/>
              </a:solidFill>
            </a:rPr>
            <a:t> sont comparées aux Key</a:t>
          </a:r>
        </a:p>
      </dgm:t>
    </dgm:pt>
    <dgm:pt modelId="{437287C8-4B19-4CFE-A0DF-F7B62886063E}" type="parTrans" cxnId="{2E468280-D51D-46ED-8074-B39951E98C4B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18740181-F063-48E7-A7ED-2D304F6CB4C1}" type="sibTrans" cxnId="{2E468280-D51D-46ED-8074-B39951E98C4B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1E03964A-5FEE-4753-8D16-F910C187E35B}">
      <dgm:prSet/>
      <dgm:spPr/>
      <dgm:t>
        <a:bodyPr/>
        <a:lstStyle/>
        <a:p>
          <a:r>
            <a:rPr lang="fr-FR" dirty="0">
              <a:solidFill>
                <a:schemeClr val="tx1"/>
              </a:solidFill>
            </a:rPr>
            <a:t>3. Les scores sont normalisés (</a:t>
          </a:r>
          <a:r>
            <a:rPr lang="fr-FR" dirty="0" err="1">
              <a:solidFill>
                <a:schemeClr val="tx1"/>
              </a:solidFill>
            </a:rPr>
            <a:t>Softmax</a:t>
          </a:r>
          <a:r>
            <a:rPr lang="fr-FR" dirty="0">
              <a:solidFill>
                <a:schemeClr val="tx1"/>
              </a:solidFill>
            </a:rPr>
            <a:t>) → poids d'importance</a:t>
          </a:r>
        </a:p>
      </dgm:t>
    </dgm:pt>
    <dgm:pt modelId="{63002B9E-7A6D-4E56-B091-FAB26BCA73EF}" type="parTrans" cxnId="{2BC6C90B-D4DB-46CB-9DD3-B89EA8523316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771BB474-67FC-443E-B5FB-29B317E7DACC}" type="sibTrans" cxnId="{2BC6C90B-D4DB-46CB-9DD3-B89EA8523316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8CFDC2AC-4044-44E8-9DC5-EA63D5A55B76}">
      <dgm:prSet/>
      <dgm:spPr/>
      <dgm:t>
        <a:bodyPr/>
        <a:lstStyle/>
        <a:p>
          <a:r>
            <a:rPr lang="fr-FR">
              <a:solidFill>
                <a:schemeClr val="tx1"/>
              </a:solidFill>
            </a:rPr>
            <a:t>4. Les Value sont pondérées par ces poids</a:t>
          </a:r>
        </a:p>
      </dgm:t>
    </dgm:pt>
    <dgm:pt modelId="{DB282019-474B-49DB-B94A-D5B0E6725320}" type="parTrans" cxnId="{0FEC5DAB-B7C6-41E9-B1A3-7F6B464A9A2B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C176BF65-D014-44EB-A167-B5FEF50222BD}" type="sibTrans" cxnId="{0FEC5DAB-B7C6-41E9-B1A3-7F6B464A9A2B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4E27C049-CB2E-4A24-9377-C583A4395133}">
      <dgm:prSet/>
      <dgm:spPr/>
      <dgm:t>
        <a:bodyPr/>
        <a:lstStyle/>
        <a:p>
          <a:r>
            <a:rPr lang="fr-FR">
              <a:solidFill>
                <a:schemeClr val="tx1"/>
              </a:solidFill>
            </a:rPr>
            <a:t>5. Chaque patch obtient une représentation enrichie</a:t>
          </a:r>
        </a:p>
      </dgm:t>
    </dgm:pt>
    <dgm:pt modelId="{ADF55BF5-A49B-4291-AA1C-3A136757CB62}" type="parTrans" cxnId="{EEA00156-2ECE-4E09-B97D-34A574275AC6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F2A96D8C-2E06-4D9B-B433-6D641E846761}" type="sibTrans" cxnId="{EEA00156-2ECE-4E09-B97D-34A574275AC6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DF93D354-FA6B-41F0-AFD7-D15BEBECB6DC}">
      <dgm:prSet/>
      <dgm:spPr/>
      <dgm:t>
        <a:bodyPr/>
        <a:lstStyle/>
        <a:p>
          <a:r>
            <a:rPr lang="fr-FR">
              <a:solidFill>
                <a:schemeClr val="tx1"/>
              </a:solidFill>
            </a:rPr>
            <a:t>calcul d'un score d'attention</a:t>
          </a:r>
        </a:p>
      </dgm:t>
    </dgm:pt>
    <dgm:pt modelId="{06178933-1C07-459E-8F5A-47030AF30C11}" type="parTrans" cxnId="{BB0874F8-B101-4484-85BB-539A53D3EA83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5C5DE85F-E628-4FED-A6E9-AA38E333F12E}" type="sibTrans" cxnId="{BB0874F8-B101-4484-85BB-539A53D3EA83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4D56F37B-D096-40B8-8E38-4ABA44F8368E}" type="pres">
      <dgm:prSet presAssocID="{80C134A4-D7F4-40D9-AB71-D6B9A2F30C72}" presName="diagram" presStyleCnt="0">
        <dgm:presLayoutVars>
          <dgm:dir/>
          <dgm:resizeHandles val="exact"/>
        </dgm:presLayoutVars>
      </dgm:prSet>
      <dgm:spPr/>
    </dgm:pt>
    <dgm:pt modelId="{E6CD45D6-FB7F-4469-82C6-D5D18092D01A}" type="pres">
      <dgm:prSet presAssocID="{40B31C8E-FF26-4D04-AE57-AAD5AF6EA86C}" presName="node" presStyleLbl="node1" presStyleIdx="0" presStyleCnt="5">
        <dgm:presLayoutVars>
          <dgm:bulletEnabled val="1"/>
        </dgm:presLayoutVars>
      </dgm:prSet>
      <dgm:spPr/>
    </dgm:pt>
    <dgm:pt modelId="{F5DF3A65-ABAA-400D-9B7B-44A9B8385240}" type="pres">
      <dgm:prSet presAssocID="{3629AB3E-EEDE-4CC4-A77E-7B6BD15CD494}" presName="sibTrans" presStyleCnt="0"/>
      <dgm:spPr/>
    </dgm:pt>
    <dgm:pt modelId="{96EE27C1-1978-4A69-8E6D-53E5F713EF4C}" type="pres">
      <dgm:prSet presAssocID="{E55B334C-C828-4542-B8D6-23D1E00F3BF7}" presName="node" presStyleLbl="node1" presStyleIdx="1" presStyleCnt="5">
        <dgm:presLayoutVars>
          <dgm:bulletEnabled val="1"/>
        </dgm:presLayoutVars>
      </dgm:prSet>
      <dgm:spPr/>
    </dgm:pt>
    <dgm:pt modelId="{10A52969-E2B8-49E7-A4F2-345B18FCE0D4}" type="pres">
      <dgm:prSet presAssocID="{18740181-F063-48E7-A7ED-2D304F6CB4C1}" presName="sibTrans" presStyleCnt="0"/>
      <dgm:spPr/>
    </dgm:pt>
    <dgm:pt modelId="{1F87AB91-9FE0-4510-9B32-055C4FBA0A41}" type="pres">
      <dgm:prSet presAssocID="{1E03964A-5FEE-4753-8D16-F910C187E35B}" presName="node" presStyleLbl="node1" presStyleIdx="2" presStyleCnt="5">
        <dgm:presLayoutVars>
          <dgm:bulletEnabled val="1"/>
        </dgm:presLayoutVars>
      </dgm:prSet>
      <dgm:spPr/>
    </dgm:pt>
    <dgm:pt modelId="{A0122D75-615D-4E66-B1AB-9B56DF720094}" type="pres">
      <dgm:prSet presAssocID="{771BB474-67FC-443E-B5FB-29B317E7DACC}" presName="sibTrans" presStyleCnt="0"/>
      <dgm:spPr/>
    </dgm:pt>
    <dgm:pt modelId="{614EC312-112A-4EBF-B34F-C8A2DC5E50BC}" type="pres">
      <dgm:prSet presAssocID="{8CFDC2AC-4044-44E8-9DC5-EA63D5A55B76}" presName="node" presStyleLbl="node1" presStyleIdx="3" presStyleCnt="5">
        <dgm:presLayoutVars>
          <dgm:bulletEnabled val="1"/>
        </dgm:presLayoutVars>
      </dgm:prSet>
      <dgm:spPr/>
    </dgm:pt>
    <dgm:pt modelId="{738A47A3-2B06-4F00-B793-CA9A2422CB98}" type="pres">
      <dgm:prSet presAssocID="{C176BF65-D014-44EB-A167-B5FEF50222BD}" presName="sibTrans" presStyleCnt="0"/>
      <dgm:spPr/>
    </dgm:pt>
    <dgm:pt modelId="{09998195-BD6A-4F9C-A077-3A7956CC330B}" type="pres">
      <dgm:prSet presAssocID="{4E27C049-CB2E-4A24-9377-C583A4395133}" presName="node" presStyleLbl="node1" presStyleIdx="4" presStyleCnt="5">
        <dgm:presLayoutVars>
          <dgm:bulletEnabled val="1"/>
        </dgm:presLayoutVars>
      </dgm:prSet>
      <dgm:spPr/>
    </dgm:pt>
  </dgm:ptLst>
  <dgm:cxnLst>
    <dgm:cxn modelId="{961B8509-5C97-4817-8168-B66CE3DE1123}" type="presOf" srcId="{1E03964A-5FEE-4753-8D16-F910C187E35B}" destId="{1F87AB91-9FE0-4510-9B32-055C4FBA0A41}" srcOrd="0" destOrd="0" presId="urn:microsoft.com/office/officeart/2005/8/layout/default"/>
    <dgm:cxn modelId="{2BC6C90B-D4DB-46CB-9DD3-B89EA8523316}" srcId="{80C134A4-D7F4-40D9-AB71-D6B9A2F30C72}" destId="{1E03964A-5FEE-4753-8D16-F910C187E35B}" srcOrd="2" destOrd="0" parTransId="{63002B9E-7A6D-4E56-B091-FAB26BCA73EF}" sibTransId="{771BB474-67FC-443E-B5FB-29B317E7DACC}"/>
    <dgm:cxn modelId="{5446C915-CC2F-4D2F-AA89-B49D40192F6A}" type="presOf" srcId="{80C134A4-D7F4-40D9-AB71-D6B9A2F30C72}" destId="{4D56F37B-D096-40B8-8E38-4ABA44F8368E}" srcOrd="0" destOrd="0" presId="urn:microsoft.com/office/officeart/2005/8/layout/default"/>
    <dgm:cxn modelId="{EC023322-5B4A-4741-8115-C8E2BC86AB2D}" srcId="{40B31C8E-FF26-4D04-AE57-AAD5AF6EA86C}" destId="{1381778C-3A2E-43F5-B902-E2B414A81C1E}" srcOrd="0" destOrd="0" parTransId="{D9800A03-9AA8-4565-B1FC-F6D46F076E0F}" sibTransId="{9BC84887-F52A-4FF2-A924-1116D5C24364}"/>
    <dgm:cxn modelId="{E40C0774-BF5A-42B2-B52D-2F9389710264}" srcId="{80C134A4-D7F4-40D9-AB71-D6B9A2F30C72}" destId="{40B31C8E-FF26-4D04-AE57-AAD5AF6EA86C}" srcOrd="0" destOrd="0" parTransId="{436A932C-BFB6-4BCA-ADBA-64835C3FF9FC}" sibTransId="{3629AB3E-EEDE-4CC4-A77E-7B6BD15CD494}"/>
    <dgm:cxn modelId="{EEA00156-2ECE-4E09-B97D-34A574275AC6}" srcId="{80C134A4-D7F4-40D9-AB71-D6B9A2F30C72}" destId="{4E27C049-CB2E-4A24-9377-C583A4395133}" srcOrd="4" destOrd="0" parTransId="{ADF55BF5-A49B-4291-AA1C-3A136757CB62}" sibTransId="{F2A96D8C-2E06-4D9B-B433-6D641E846761}"/>
    <dgm:cxn modelId="{2E468280-D51D-46ED-8074-B39951E98C4B}" srcId="{80C134A4-D7F4-40D9-AB71-D6B9A2F30C72}" destId="{E55B334C-C828-4542-B8D6-23D1E00F3BF7}" srcOrd="1" destOrd="0" parTransId="{437287C8-4B19-4CFE-A0DF-F7B62886063E}" sibTransId="{18740181-F063-48E7-A7ED-2D304F6CB4C1}"/>
    <dgm:cxn modelId="{0FEC5DAB-B7C6-41E9-B1A3-7F6B464A9A2B}" srcId="{80C134A4-D7F4-40D9-AB71-D6B9A2F30C72}" destId="{8CFDC2AC-4044-44E8-9DC5-EA63D5A55B76}" srcOrd="3" destOrd="0" parTransId="{DB282019-474B-49DB-B94A-D5B0E6725320}" sibTransId="{C176BF65-D014-44EB-A167-B5FEF50222BD}"/>
    <dgm:cxn modelId="{8FD41EAE-1B0D-4F45-BF3C-7E14969B2E5A}" type="presOf" srcId="{E55B334C-C828-4542-B8D6-23D1E00F3BF7}" destId="{96EE27C1-1978-4A69-8E6D-53E5F713EF4C}" srcOrd="0" destOrd="0" presId="urn:microsoft.com/office/officeart/2005/8/layout/default"/>
    <dgm:cxn modelId="{07D63FB3-E727-4569-B901-DDDA9CF78BB3}" type="presOf" srcId="{4E27C049-CB2E-4A24-9377-C583A4395133}" destId="{09998195-BD6A-4F9C-A077-3A7956CC330B}" srcOrd="0" destOrd="0" presId="urn:microsoft.com/office/officeart/2005/8/layout/default"/>
    <dgm:cxn modelId="{DE6ED9C2-813A-4601-98F3-07CB8D9CDDA7}" type="presOf" srcId="{1381778C-3A2E-43F5-B902-E2B414A81C1E}" destId="{E6CD45D6-FB7F-4469-82C6-D5D18092D01A}" srcOrd="0" destOrd="1" presId="urn:microsoft.com/office/officeart/2005/8/layout/default"/>
    <dgm:cxn modelId="{FA2590C7-BA94-4B85-9838-135B836367D3}" type="presOf" srcId="{8CFDC2AC-4044-44E8-9DC5-EA63D5A55B76}" destId="{614EC312-112A-4EBF-B34F-C8A2DC5E50BC}" srcOrd="0" destOrd="0" presId="urn:microsoft.com/office/officeart/2005/8/layout/default"/>
    <dgm:cxn modelId="{D08627CA-7294-4C73-A2A9-B49C7BAB63C5}" type="presOf" srcId="{40B31C8E-FF26-4D04-AE57-AAD5AF6EA86C}" destId="{E6CD45D6-FB7F-4469-82C6-D5D18092D01A}" srcOrd="0" destOrd="0" presId="urn:microsoft.com/office/officeart/2005/8/layout/default"/>
    <dgm:cxn modelId="{6689F5D0-EA39-4638-819C-B2A38E46BA2B}" type="presOf" srcId="{CB312EB5-39AC-4FDB-B0AE-7F73A8C131EC}" destId="{E6CD45D6-FB7F-4469-82C6-D5D18092D01A}" srcOrd="0" destOrd="3" presId="urn:microsoft.com/office/officeart/2005/8/layout/default"/>
    <dgm:cxn modelId="{8E52B4D4-E782-47D5-8A8B-2145E1E4DBE3}" srcId="{40B31C8E-FF26-4D04-AE57-AAD5AF6EA86C}" destId="{D521C1AE-86E6-4407-A8D8-634C4F4F55EE}" srcOrd="1" destOrd="0" parTransId="{188D2499-239B-40CB-859C-90FE382FFA49}" sibTransId="{03F9AB74-481F-4BA0-AAA5-27657C3F6BCC}"/>
    <dgm:cxn modelId="{C8769ED7-92D4-42D6-9268-5A83646CC155}" type="presOf" srcId="{DF93D354-FA6B-41F0-AFD7-D15BEBECB6DC}" destId="{96EE27C1-1978-4A69-8E6D-53E5F713EF4C}" srcOrd="0" destOrd="1" presId="urn:microsoft.com/office/officeart/2005/8/layout/default"/>
    <dgm:cxn modelId="{45F5D5E5-C1FC-4FC4-84BB-CF61A862BE11}" type="presOf" srcId="{D521C1AE-86E6-4407-A8D8-634C4F4F55EE}" destId="{E6CD45D6-FB7F-4469-82C6-D5D18092D01A}" srcOrd="0" destOrd="2" presId="urn:microsoft.com/office/officeart/2005/8/layout/default"/>
    <dgm:cxn modelId="{63886CF2-1A83-482B-BCF0-FCC81DD3F6E5}" srcId="{40B31C8E-FF26-4D04-AE57-AAD5AF6EA86C}" destId="{CB312EB5-39AC-4FDB-B0AE-7F73A8C131EC}" srcOrd="2" destOrd="0" parTransId="{063FD81F-E665-4F4B-9C52-27D89930FE90}" sibTransId="{04C1B533-F292-4546-98CF-110B96455203}"/>
    <dgm:cxn modelId="{BB0874F8-B101-4484-85BB-539A53D3EA83}" srcId="{E55B334C-C828-4542-B8D6-23D1E00F3BF7}" destId="{DF93D354-FA6B-41F0-AFD7-D15BEBECB6DC}" srcOrd="0" destOrd="0" parTransId="{06178933-1C07-459E-8F5A-47030AF30C11}" sibTransId="{5C5DE85F-E628-4FED-A6E9-AA38E333F12E}"/>
    <dgm:cxn modelId="{BD0B64B7-BA16-47FA-87E5-EBD82629754E}" type="presParOf" srcId="{4D56F37B-D096-40B8-8E38-4ABA44F8368E}" destId="{E6CD45D6-FB7F-4469-82C6-D5D18092D01A}" srcOrd="0" destOrd="0" presId="urn:microsoft.com/office/officeart/2005/8/layout/default"/>
    <dgm:cxn modelId="{A8118B6D-A4D8-45C5-95DA-9B1C0CBCF826}" type="presParOf" srcId="{4D56F37B-D096-40B8-8E38-4ABA44F8368E}" destId="{F5DF3A65-ABAA-400D-9B7B-44A9B8385240}" srcOrd="1" destOrd="0" presId="urn:microsoft.com/office/officeart/2005/8/layout/default"/>
    <dgm:cxn modelId="{E25D406C-E5DC-41E6-9888-655E1D3179C3}" type="presParOf" srcId="{4D56F37B-D096-40B8-8E38-4ABA44F8368E}" destId="{96EE27C1-1978-4A69-8E6D-53E5F713EF4C}" srcOrd="2" destOrd="0" presId="urn:microsoft.com/office/officeart/2005/8/layout/default"/>
    <dgm:cxn modelId="{F9BFCF1B-3DF8-4381-9314-4A27D827F0C0}" type="presParOf" srcId="{4D56F37B-D096-40B8-8E38-4ABA44F8368E}" destId="{10A52969-E2B8-49E7-A4F2-345B18FCE0D4}" srcOrd="3" destOrd="0" presId="urn:microsoft.com/office/officeart/2005/8/layout/default"/>
    <dgm:cxn modelId="{F9C151C1-76B4-4CAB-A2D3-07D6ED7E069E}" type="presParOf" srcId="{4D56F37B-D096-40B8-8E38-4ABA44F8368E}" destId="{1F87AB91-9FE0-4510-9B32-055C4FBA0A41}" srcOrd="4" destOrd="0" presId="urn:microsoft.com/office/officeart/2005/8/layout/default"/>
    <dgm:cxn modelId="{6F367F60-934D-4074-BFB0-EE64094D4F2A}" type="presParOf" srcId="{4D56F37B-D096-40B8-8E38-4ABA44F8368E}" destId="{A0122D75-615D-4E66-B1AB-9B56DF720094}" srcOrd="5" destOrd="0" presId="urn:microsoft.com/office/officeart/2005/8/layout/default"/>
    <dgm:cxn modelId="{1E2FE18F-8837-493D-BB00-A532B4CC2A7F}" type="presParOf" srcId="{4D56F37B-D096-40B8-8E38-4ABA44F8368E}" destId="{614EC312-112A-4EBF-B34F-C8A2DC5E50BC}" srcOrd="6" destOrd="0" presId="urn:microsoft.com/office/officeart/2005/8/layout/default"/>
    <dgm:cxn modelId="{32D3E4F3-2424-4F2B-8381-C03B3631B198}" type="presParOf" srcId="{4D56F37B-D096-40B8-8E38-4ABA44F8368E}" destId="{738A47A3-2B06-4F00-B793-CA9A2422CB98}" srcOrd="7" destOrd="0" presId="urn:microsoft.com/office/officeart/2005/8/layout/default"/>
    <dgm:cxn modelId="{F302E5C3-947C-4181-BADC-DF9FE703333A}" type="presParOf" srcId="{4D56F37B-D096-40B8-8E38-4ABA44F8368E}" destId="{09998195-BD6A-4F9C-A077-3A7956CC330B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702607F-C428-4366-828C-249E8AC4AE6D}" type="doc">
      <dgm:prSet loTypeId="urn:microsoft.com/office/officeart/2005/8/layout/hProcess6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fr-FR"/>
        </a:p>
      </dgm:t>
    </dgm:pt>
    <dgm:pt modelId="{272B1494-ED13-4ACC-9066-26803036046C}">
      <dgm:prSet phldrT="[Texte]"/>
      <dgm:spPr/>
      <dgm:t>
        <a:bodyPr/>
        <a:lstStyle/>
        <a:p>
          <a:r>
            <a:rPr lang="fr-FR" dirty="0"/>
            <a:t>QK</a:t>
          </a:r>
          <a:r>
            <a:rPr lang="fr-FR" baseline="30000" dirty="0"/>
            <a:t>T</a:t>
          </a:r>
          <a:endParaRPr lang="fr-FR" dirty="0"/>
        </a:p>
      </dgm:t>
    </dgm:pt>
    <dgm:pt modelId="{9D93B26A-EB8C-4120-862B-1627A5B7E1DD}" type="parTrans" cxnId="{42D14BD5-41D1-4AB7-8550-8E0A8786841F}">
      <dgm:prSet/>
      <dgm:spPr/>
      <dgm:t>
        <a:bodyPr/>
        <a:lstStyle/>
        <a:p>
          <a:endParaRPr lang="fr-FR"/>
        </a:p>
      </dgm:t>
    </dgm:pt>
    <dgm:pt modelId="{A6B93E8F-863D-4BAC-9F05-AB873CC13640}" type="sibTrans" cxnId="{42D14BD5-41D1-4AB7-8550-8E0A8786841F}">
      <dgm:prSet/>
      <dgm:spPr/>
      <dgm:t>
        <a:bodyPr/>
        <a:lstStyle/>
        <a:p>
          <a:endParaRPr lang="fr-FR"/>
        </a:p>
      </dgm:t>
    </dgm:pt>
    <dgm:pt modelId="{9BC091EF-D6C8-4C55-BA6A-FAD4C85EEB56}">
      <dgm:prSet phldrT="[Texte]"/>
      <dgm:spPr/>
      <dgm:t>
        <a:bodyPr/>
        <a:lstStyle/>
        <a:p>
          <a:r>
            <a:rPr lang="fr-FR" dirty="0"/>
            <a:t>Score d'attention</a:t>
          </a:r>
        </a:p>
      </dgm:t>
    </dgm:pt>
    <dgm:pt modelId="{3964B8EB-0B32-402F-8A6E-3442DCCA2FA8}" type="parTrans" cxnId="{0340F80C-B050-46A0-AFF1-2ACBB749667E}">
      <dgm:prSet/>
      <dgm:spPr/>
      <dgm:t>
        <a:bodyPr/>
        <a:lstStyle/>
        <a:p>
          <a:endParaRPr lang="fr-FR"/>
        </a:p>
      </dgm:t>
    </dgm:pt>
    <dgm:pt modelId="{AC782CD4-D359-4721-BF9C-1EA1997756C3}" type="sibTrans" cxnId="{0340F80C-B050-46A0-AFF1-2ACBB749667E}">
      <dgm:prSet/>
      <dgm:spPr/>
      <dgm:t>
        <a:bodyPr/>
        <a:lstStyle/>
        <a:p>
          <a:endParaRPr lang="fr-FR"/>
        </a:p>
      </dgm:t>
    </dgm:pt>
    <dgm:pt modelId="{81CB8BD4-04CD-4527-BB85-553AA253ACB0}">
      <dgm:prSet phldrT="[Texte]"/>
      <dgm:spPr/>
      <dgm:t>
        <a:bodyPr/>
        <a:lstStyle/>
        <a:p>
          <a:r>
            <a:rPr lang="fr-FR" dirty="0" err="1"/>
            <a:t>Softmax</a:t>
          </a:r>
          <a:endParaRPr lang="fr-FR" dirty="0"/>
        </a:p>
      </dgm:t>
    </dgm:pt>
    <dgm:pt modelId="{9030CC34-9E54-4231-9D41-50C0D74B0FF5}" type="parTrans" cxnId="{EDE4A31A-B740-4848-BF3C-C23253791CA5}">
      <dgm:prSet/>
      <dgm:spPr/>
      <dgm:t>
        <a:bodyPr/>
        <a:lstStyle/>
        <a:p>
          <a:endParaRPr lang="fr-FR"/>
        </a:p>
      </dgm:t>
    </dgm:pt>
    <dgm:pt modelId="{E9CB478F-7675-4EB5-8277-656BA9554B4D}" type="sibTrans" cxnId="{EDE4A31A-B740-4848-BF3C-C23253791CA5}">
      <dgm:prSet/>
      <dgm:spPr/>
      <dgm:t>
        <a:bodyPr/>
        <a:lstStyle/>
        <a:p>
          <a:endParaRPr lang="fr-FR"/>
        </a:p>
      </dgm:t>
    </dgm:pt>
    <dgm:pt modelId="{5AFC57EA-CBC1-43F1-827F-716E9480E168}">
      <dgm:prSet phldrT="[Texte]"/>
      <dgm:spPr/>
      <dgm:t>
        <a:bodyPr/>
        <a:lstStyle/>
        <a:p>
          <a:r>
            <a:rPr lang="fr-FR" dirty="0"/>
            <a:t>Poids d'attention</a:t>
          </a:r>
        </a:p>
      </dgm:t>
    </dgm:pt>
    <dgm:pt modelId="{F0241F3E-5C4B-4D02-9FEA-B42BEF348BD8}" type="parTrans" cxnId="{070C80B6-0D36-403C-B1E0-63510D1E5CDE}">
      <dgm:prSet/>
      <dgm:spPr/>
      <dgm:t>
        <a:bodyPr/>
        <a:lstStyle/>
        <a:p>
          <a:endParaRPr lang="fr-FR"/>
        </a:p>
      </dgm:t>
    </dgm:pt>
    <dgm:pt modelId="{20BD8DAD-573B-4FD1-B1F1-C413D3523BFC}" type="sibTrans" cxnId="{070C80B6-0D36-403C-B1E0-63510D1E5CDE}">
      <dgm:prSet/>
      <dgm:spPr/>
      <dgm:t>
        <a:bodyPr/>
        <a:lstStyle/>
        <a:p>
          <a:endParaRPr lang="fr-FR"/>
        </a:p>
      </dgm:t>
    </dgm:pt>
    <dgm:pt modelId="{81589519-4115-4305-98EF-96BF9A75DD2E}">
      <dgm:prSet phldrT="[Texte]"/>
      <dgm:spPr/>
      <dgm:t>
        <a:bodyPr/>
        <a:lstStyle/>
        <a:p>
          <a:r>
            <a:rPr lang="fr-FR" dirty="0"/>
            <a:t>Applique aux</a:t>
          </a:r>
          <a:br>
            <a:rPr lang="fr-FR" dirty="0"/>
          </a:br>
          <a:r>
            <a:rPr lang="fr-FR" dirty="0"/>
            <a:t>Value (V)</a:t>
          </a:r>
        </a:p>
      </dgm:t>
    </dgm:pt>
    <dgm:pt modelId="{8DC38012-7A0C-4054-9E89-B611B1F4E2CD}" type="parTrans" cxnId="{C834665B-198C-4F3B-9551-30D70B2DBB92}">
      <dgm:prSet/>
      <dgm:spPr/>
      <dgm:t>
        <a:bodyPr/>
        <a:lstStyle/>
        <a:p>
          <a:endParaRPr lang="fr-FR"/>
        </a:p>
      </dgm:t>
    </dgm:pt>
    <dgm:pt modelId="{7A88E875-19AF-49A4-93E8-F50C9F83C9B5}" type="sibTrans" cxnId="{C834665B-198C-4F3B-9551-30D70B2DBB92}">
      <dgm:prSet/>
      <dgm:spPr/>
      <dgm:t>
        <a:bodyPr/>
        <a:lstStyle/>
        <a:p>
          <a:endParaRPr lang="fr-FR"/>
        </a:p>
      </dgm:t>
    </dgm:pt>
    <dgm:pt modelId="{6982303A-2A58-4DFA-9F2C-93FA95A4CA40}">
      <dgm:prSet phldrT="[Texte]"/>
      <dgm:spPr/>
      <dgm:t>
        <a:bodyPr/>
        <a:lstStyle/>
        <a:p>
          <a:r>
            <a:rPr lang="fr-FR" dirty="0"/>
            <a:t>Vecteur</a:t>
          </a:r>
        </a:p>
      </dgm:t>
    </dgm:pt>
    <dgm:pt modelId="{C8537CA4-D9F5-404F-8C24-162A09AAD292}" type="parTrans" cxnId="{028B3A04-43AE-44BF-976F-E74974ED72CA}">
      <dgm:prSet/>
      <dgm:spPr/>
      <dgm:t>
        <a:bodyPr/>
        <a:lstStyle/>
        <a:p>
          <a:endParaRPr lang="fr-FR"/>
        </a:p>
      </dgm:t>
    </dgm:pt>
    <dgm:pt modelId="{4F55070D-3E13-4B11-882C-633F4245A143}" type="sibTrans" cxnId="{028B3A04-43AE-44BF-976F-E74974ED72CA}">
      <dgm:prSet/>
      <dgm:spPr/>
      <dgm:t>
        <a:bodyPr/>
        <a:lstStyle/>
        <a:p>
          <a:endParaRPr lang="fr-FR"/>
        </a:p>
      </dgm:t>
    </dgm:pt>
    <dgm:pt modelId="{2CF69591-595D-437D-9A2B-A44D9C17EDC3}">
      <dgm:prSet phldrT="[Texte]"/>
      <dgm:spPr/>
      <dgm:t>
        <a:bodyPr/>
        <a:lstStyle/>
        <a:p>
          <a:r>
            <a:rPr lang="fr-FR" dirty="0"/>
            <a:t>Normalisation</a:t>
          </a:r>
        </a:p>
      </dgm:t>
    </dgm:pt>
    <dgm:pt modelId="{3D2DBD6A-3932-4A69-96F2-6582D3A9C5BF}" type="parTrans" cxnId="{0EAC7190-8704-4E2F-8037-64F4EA18D74B}">
      <dgm:prSet/>
      <dgm:spPr/>
      <dgm:t>
        <a:bodyPr/>
        <a:lstStyle/>
        <a:p>
          <a:endParaRPr lang="fr-FR"/>
        </a:p>
      </dgm:t>
    </dgm:pt>
    <dgm:pt modelId="{786EC0AF-559B-419C-9E08-D9F1ED4B8897}" type="sibTrans" cxnId="{0EAC7190-8704-4E2F-8037-64F4EA18D74B}">
      <dgm:prSet/>
      <dgm:spPr/>
      <dgm:t>
        <a:bodyPr/>
        <a:lstStyle/>
        <a:p>
          <a:endParaRPr lang="fr-FR"/>
        </a:p>
      </dgm:t>
    </dgm:pt>
    <dgm:pt modelId="{A3E94289-D825-42B2-8EA9-47B0C1E99D3B}">
      <dgm:prSet phldrT="[Texte]"/>
      <dgm:spPr/>
      <dgm:t>
        <a:bodyPr/>
        <a:lstStyle/>
        <a:p>
          <a:r>
            <a:rPr lang="fr-FR" dirty="0"/>
            <a:t>Information enrichie</a:t>
          </a:r>
        </a:p>
      </dgm:t>
    </dgm:pt>
    <dgm:pt modelId="{53512BEA-A336-449F-88A8-B0CE9F9C4DE9}" type="parTrans" cxnId="{681EB91F-9175-4C3D-A2BD-DCFB1D272ABB}">
      <dgm:prSet/>
      <dgm:spPr/>
      <dgm:t>
        <a:bodyPr/>
        <a:lstStyle/>
        <a:p>
          <a:endParaRPr lang="fr-FR"/>
        </a:p>
      </dgm:t>
    </dgm:pt>
    <dgm:pt modelId="{6D0D0F96-960B-4744-BB0D-562A6C3C41C0}" type="sibTrans" cxnId="{681EB91F-9175-4C3D-A2BD-DCFB1D272ABB}">
      <dgm:prSet/>
      <dgm:spPr/>
      <dgm:t>
        <a:bodyPr/>
        <a:lstStyle/>
        <a:p>
          <a:endParaRPr lang="fr-FR"/>
        </a:p>
      </dgm:t>
    </dgm:pt>
    <dgm:pt modelId="{637E33C5-2E29-43B4-B3A3-3A49B08EED7E}">
      <dgm:prSet phldrT="[Texte]"/>
      <dgm:spPr/>
      <dgm:t>
        <a:bodyPr/>
        <a:lstStyle/>
        <a:p>
          <a:r>
            <a:rPr lang="fr-FR" dirty="0" err="1"/>
            <a:t>Query</a:t>
          </a:r>
          <a:r>
            <a:rPr lang="fr-FR" dirty="0"/>
            <a:t> (Q) compare les Key (K) des autres patchs</a:t>
          </a:r>
        </a:p>
      </dgm:t>
    </dgm:pt>
    <dgm:pt modelId="{128E1B68-3BC4-4399-9372-0142D9070EFF}" type="sibTrans" cxnId="{83051E07-17EB-4F13-9887-383FCAED33C3}">
      <dgm:prSet/>
      <dgm:spPr/>
      <dgm:t>
        <a:bodyPr/>
        <a:lstStyle/>
        <a:p>
          <a:endParaRPr lang="fr-FR"/>
        </a:p>
      </dgm:t>
    </dgm:pt>
    <dgm:pt modelId="{035025C9-92AB-42EC-AE2B-69C590590BA2}" type="parTrans" cxnId="{83051E07-17EB-4F13-9887-383FCAED33C3}">
      <dgm:prSet/>
      <dgm:spPr/>
      <dgm:t>
        <a:bodyPr/>
        <a:lstStyle/>
        <a:p>
          <a:endParaRPr lang="fr-FR"/>
        </a:p>
      </dgm:t>
    </dgm:pt>
    <dgm:pt modelId="{FD4703FC-95EA-411C-8B79-1699AAF0B4ED}">
      <dgm:prSet phldrT="[Texte]"/>
      <dgm:spPr/>
      <dgm:t>
        <a:bodyPr/>
        <a:lstStyle/>
        <a:p>
          <a:r>
            <a:rPr lang="fr-FR" dirty="0"/>
            <a:t>T =Transpose pour produit scalaire</a:t>
          </a:r>
        </a:p>
      </dgm:t>
    </dgm:pt>
    <dgm:pt modelId="{270E57B5-6EDC-46D9-A1DF-B92B8041B4EE}" type="parTrans" cxnId="{260967B2-900F-428D-8452-8316852527FB}">
      <dgm:prSet/>
      <dgm:spPr/>
      <dgm:t>
        <a:bodyPr/>
        <a:lstStyle/>
        <a:p>
          <a:endParaRPr lang="fr-FR"/>
        </a:p>
      </dgm:t>
    </dgm:pt>
    <dgm:pt modelId="{408A4809-DB20-4DEE-8FD0-D7E97845D175}" type="sibTrans" cxnId="{260967B2-900F-428D-8452-8316852527FB}">
      <dgm:prSet/>
      <dgm:spPr/>
      <dgm:t>
        <a:bodyPr/>
        <a:lstStyle/>
        <a:p>
          <a:endParaRPr lang="fr-FR"/>
        </a:p>
      </dgm:t>
    </dgm:pt>
    <dgm:pt modelId="{0E2B82E6-CC1A-4918-BB30-128DE5F911E1}">
      <dgm:prSet phldrT="[Texte]"/>
      <dgm:spPr/>
      <dgm:t>
        <a:bodyPr/>
        <a:lstStyle/>
        <a:p>
          <a:r>
            <a:rPr lang="fr-FR" dirty="0"/>
            <a:t>Somme des valeurs = 1 </a:t>
          </a:r>
        </a:p>
      </dgm:t>
    </dgm:pt>
    <dgm:pt modelId="{A2E47970-7CB2-49FF-A4DC-0E6D5E0B8DB7}" type="parTrans" cxnId="{74B72C43-25ED-459F-B49F-ABE8A25FA674}">
      <dgm:prSet/>
      <dgm:spPr/>
      <dgm:t>
        <a:bodyPr/>
        <a:lstStyle/>
        <a:p>
          <a:endParaRPr lang="fr-FR"/>
        </a:p>
      </dgm:t>
    </dgm:pt>
    <dgm:pt modelId="{E943DA16-E9E0-4E08-83AE-6C6AD0AC4A32}" type="sibTrans" cxnId="{74B72C43-25ED-459F-B49F-ABE8A25FA674}">
      <dgm:prSet/>
      <dgm:spPr/>
      <dgm:t>
        <a:bodyPr/>
        <a:lstStyle/>
        <a:p>
          <a:endParaRPr lang="fr-FR"/>
        </a:p>
      </dgm:t>
    </dgm:pt>
    <dgm:pt modelId="{D02BB06F-6B26-45CF-A96E-F43219051E66}">
      <dgm:prSet phldrT="[Texte]"/>
      <dgm:spPr/>
      <dgm:t>
        <a:bodyPr/>
        <a:lstStyle/>
        <a:p>
          <a:r>
            <a:rPr lang="fr-FR" dirty="0"/>
            <a:t>Mesure l'importance des autres patchs</a:t>
          </a:r>
        </a:p>
      </dgm:t>
    </dgm:pt>
    <dgm:pt modelId="{CB755D50-874F-4282-A8E0-400630939A31}" type="parTrans" cxnId="{41A86362-0B2C-4BC4-82F9-AFA253AE01E5}">
      <dgm:prSet/>
      <dgm:spPr/>
      <dgm:t>
        <a:bodyPr/>
        <a:lstStyle/>
        <a:p>
          <a:endParaRPr lang="fr-FR"/>
        </a:p>
      </dgm:t>
    </dgm:pt>
    <dgm:pt modelId="{2167B22A-9AB7-40EC-B193-3C7528396E08}" type="sibTrans" cxnId="{41A86362-0B2C-4BC4-82F9-AFA253AE01E5}">
      <dgm:prSet/>
      <dgm:spPr/>
      <dgm:t>
        <a:bodyPr/>
        <a:lstStyle/>
        <a:p>
          <a:endParaRPr lang="fr-FR"/>
        </a:p>
      </dgm:t>
    </dgm:pt>
    <dgm:pt modelId="{766A7AE4-F520-402C-99B3-FF6380191110}" type="pres">
      <dgm:prSet presAssocID="{B702607F-C428-4366-828C-249E8AC4AE6D}" presName="theList" presStyleCnt="0">
        <dgm:presLayoutVars>
          <dgm:dir/>
          <dgm:animLvl val="lvl"/>
          <dgm:resizeHandles val="exact"/>
        </dgm:presLayoutVars>
      </dgm:prSet>
      <dgm:spPr/>
    </dgm:pt>
    <dgm:pt modelId="{C91BC58C-873F-4C75-B15C-4D210278A577}" type="pres">
      <dgm:prSet presAssocID="{272B1494-ED13-4ACC-9066-26803036046C}" presName="compNode" presStyleCnt="0"/>
      <dgm:spPr/>
    </dgm:pt>
    <dgm:pt modelId="{1781A958-69C0-40AC-8BF9-E3F72A86FBD4}" type="pres">
      <dgm:prSet presAssocID="{272B1494-ED13-4ACC-9066-26803036046C}" presName="noGeometry" presStyleCnt="0"/>
      <dgm:spPr/>
    </dgm:pt>
    <dgm:pt modelId="{506B9171-FF3E-4DE7-AE61-83C34C391309}" type="pres">
      <dgm:prSet presAssocID="{272B1494-ED13-4ACC-9066-26803036046C}" presName="childTextVisible" presStyleLbl="bgAccFollowNode1" presStyleIdx="0" presStyleCnt="4">
        <dgm:presLayoutVars>
          <dgm:bulletEnabled val="1"/>
        </dgm:presLayoutVars>
      </dgm:prSet>
      <dgm:spPr/>
    </dgm:pt>
    <dgm:pt modelId="{58DEED43-A8A3-4CA5-98B1-F644BA9D8E70}" type="pres">
      <dgm:prSet presAssocID="{272B1494-ED13-4ACC-9066-26803036046C}" presName="childTextHidden" presStyleLbl="bgAccFollowNode1" presStyleIdx="0" presStyleCnt="4"/>
      <dgm:spPr/>
    </dgm:pt>
    <dgm:pt modelId="{FE40DCA0-E987-4B4B-891E-2632D64BFEDA}" type="pres">
      <dgm:prSet presAssocID="{272B1494-ED13-4ACC-9066-26803036046C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2C243785-52C7-4BEC-A2E6-4A542B4F82E1}" type="pres">
      <dgm:prSet presAssocID="{272B1494-ED13-4ACC-9066-26803036046C}" presName="aSpace" presStyleCnt="0"/>
      <dgm:spPr/>
    </dgm:pt>
    <dgm:pt modelId="{0A0DFAAF-A10E-43DF-968F-EB6C09342F63}" type="pres">
      <dgm:prSet presAssocID="{9BC091EF-D6C8-4C55-BA6A-FAD4C85EEB56}" presName="compNode" presStyleCnt="0"/>
      <dgm:spPr/>
    </dgm:pt>
    <dgm:pt modelId="{AF7996B4-CA08-49EE-BF5D-733797D26FE8}" type="pres">
      <dgm:prSet presAssocID="{9BC091EF-D6C8-4C55-BA6A-FAD4C85EEB56}" presName="noGeometry" presStyleCnt="0"/>
      <dgm:spPr/>
    </dgm:pt>
    <dgm:pt modelId="{2D694FA3-3D9D-4B8E-B72A-7DF1FD74C534}" type="pres">
      <dgm:prSet presAssocID="{9BC091EF-D6C8-4C55-BA6A-FAD4C85EEB56}" presName="childTextVisible" presStyleLbl="bgAccFollowNode1" presStyleIdx="1" presStyleCnt="4">
        <dgm:presLayoutVars>
          <dgm:bulletEnabled val="1"/>
        </dgm:presLayoutVars>
      </dgm:prSet>
      <dgm:spPr/>
    </dgm:pt>
    <dgm:pt modelId="{7DDA8C35-E0B4-4BEA-A8E3-3AB0E3B62D9F}" type="pres">
      <dgm:prSet presAssocID="{9BC091EF-D6C8-4C55-BA6A-FAD4C85EEB56}" presName="childTextHidden" presStyleLbl="bgAccFollowNode1" presStyleIdx="1" presStyleCnt="4"/>
      <dgm:spPr/>
    </dgm:pt>
    <dgm:pt modelId="{D33EC50E-60A2-4C3A-9403-6A2494E18EC3}" type="pres">
      <dgm:prSet presAssocID="{9BC091EF-D6C8-4C55-BA6A-FAD4C85EEB56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93D76AAE-4A79-448D-BB35-DFDFF84A0654}" type="pres">
      <dgm:prSet presAssocID="{9BC091EF-D6C8-4C55-BA6A-FAD4C85EEB56}" presName="aSpace" presStyleCnt="0"/>
      <dgm:spPr/>
    </dgm:pt>
    <dgm:pt modelId="{F3D0ACF4-34E7-4457-8235-2E5DC33CDF40}" type="pres">
      <dgm:prSet presAssocID="{81CB8BD4-04CD-4527-BB85-553AA253ACB0}" presName="compNode" presStyleCnt="0"/>
      <dgm:spPr/>
    </dgm:pt>
    <dgm:pt modelId="{9EA43D34-C81D-47E0-9A50-C57F932C78AC}" type="pres">
      <dgm:prSet presAssocID="{81CB8BD4-04CD-4527-BB85-553AA253ACB0}" presName="noGeometry" presStyleCnt="0"/>
      <dgm:spPr/>
    </dgm:pt>
    <dgm:pt modelId="{0E2322CB-4344-4426-808A-D4CE6E63F21E}" type="pres">
      <dgm:prSet presAssocID="{81CB8BD4-04CD-4527-BB85-553AA253ACB0}" presName="childTextVisible" presStyleLbl="bgAccFollowNode1" presStyleIdx="2" presStyleCnt="4">
        <dgm:presLayoutVars>
          <dgm:bulletEnabled val="1"/>
        </dgm:presLayoutVars>
      </dgm:prSet>
      <dgm:spPr/>
    </dgm:pt>
    <dgm:pt modelId="{5AD04499-0F79-4B69-B9DD-1C3F2DFDFE93}" type="pres">
      <dgm:prSet presAssocID="{81CB8BD4-04CD-4527-BB85-553AA253ACB0}" presName="childTextHidden" presStyleLbl="bgAccFollowNode1" presStyleIdx="2" presStyleCnt="4"/>
      <dgm:spPr/>
    </dgm:pt>
    <dgm:pt modelId="{0B092223-5572-44EA-A7C4-8131436BB6FB}" type="pres">
      <dgm:prSet presAssocID="{81CB8BD4-04CD-4527-BB85-553AA253ACB0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5F1B3F5C-47D9-4FBE-A610-E06114B98B59}" type="pres">
      <dgm:prSet presAssocID="{81CB8BD4-04CD-4527-BB85-553AA253ACB0}" presName="aSpace" presStyleCnt="0"/>
      <dgm:spPr/>
    </dgm:pt>
    <dgm:pt modelId="{7F78B1F1-695C-4635-ABFD-358344F43206}" type="pres">
      <dgm:prSet presAssocID="{5AFC57EA-CBC1-43F1-827F-716E9480E168}" presName="compNode" presStyleCnt="0"/>
      <dgm:spPr/>
    </dgm:pt>
    <dgm:pt modelId="{D465545E-57DE-48BF-9D56-B42C9400A81E}" type="pres">
      <dgm:prSet presAssocID="{5AFC57EA-CBC1-43F1-827F-716E9480E168}" presName="noGeometry" presStyleCnt="0"/>
      <dgm:spPr/>
    </dgm:pt>
    <dgm:pt modelId="{2AF7A007-6F76-48EC-B0DB-A376DF0197B1}" type="pres">
      <dgm:prSet presAssocID="{5AFC57EA-CBC1-43F1-827F-716E9480E168}" presName="childTextVisible" presStyleLbl="bgAccFollowNode1" presStyleIdx="3" presStyleCnt="4">
        <dgm:presLayoutVars>
          <dgm:bulletEnabled val="1"/>
        </dgm:presLayoutVars>
      </dgm:prSet>
      <dgm:spPr/>
    </dgm:pt>
    <dgm:pt modelId="{CE664685-9B5F-4707-86FD-EC80F65170C9}" type="pres">
      <dgm:prSet presAssocID="{5AFC57EA-CBC1-43F1-827F-716E9480E168}" presName="childTextHidden" presStyleLbl="bgAccFollowNode1" presStyleIdx="3" presStyleCnt="4"/>
      <dgm:spPr/>
    </dgm:pt>
    <dgm:pt modelId="{393B26FF-CB2A-4865-954B-0BD2EE9F7DA0}" type="pres">
      <dgm:prSet presAssocID="{5AFC57EA-CBC1-43F1-827F-716E9480E168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C4CDA902-5ADA-473A-9DB3-7D8B81E382E8}" type="presOf" srcId="{272B1494-ED13-4ACC-9066-26803036046C}" destId="{FE40DCA0-E987-4B4B-891E-2632D64BFEDA}" srcOrd="0" destOrd="0" presId="urn:microsoft.com/office/officeart/2005/8/layout/hProcess6"/>
    <dgm:cxn modelId="{028B3A04-43AE-44BF-976F-E74974ED72CA}" srcId="{9BC091EF-D6C8-4C55-BA6A-FAD4C85EEB56}" destId="{6982303A-2A58-4DFA-9F2C-93FA95A4CA40}" srcOrd="0" destOrd="0" parTransId="{C8537CA4-D9F5-404F-8C24-162A09AAD292}" sibTransId="{4F55070D-3E13-4B11-882C-633F4245A143}"/>
    <dgm:cxn modelId="{83051E07-17EB-4F13-9887-383FCAED33C3}" srcId="{272B1494-ED13-4ACC-9066-26803036046C}" destId="{637E33C5-2E29-43B4-B3A3-3A49B08EED7E}" srcOrd="0" destOrd="0" parTransId="{035025C9-92AB-42EC-AE2B-69C590590BA2}" sibTransId="{128E1B68-3BC4-4399-9372-0142D9070EFF}"/>
    <dgm:cxn modelId="{0340F80C-B050-46A0-AFF1-2ACBB749667E}" srcId="{B702607F-C428-4366-828C-249E8AC4AE6D}" destId="{9BC091EF-D6C8-4C55-BA6A-FAD4C85EEB56}" srcOrd="1" destOrd="0" parTransId="{3964B8EB-0B32-402F-8A6E-3442DCCA2FA8}" sibTransId="{AC782CD4-D359-4721-BF9C-1EA1997756C3}"/>
    <dgm:cxn modelId="{0B84B813-F310-4D1F-B590-659696690BC1}" type="presOf" srcId="{B702607F-C428-4366-828C-249E8AC4AE6D}" destId="{766A7AE4-F520-402C-99B3-FF6380191110}" srcOrd="0" destOrd="0" presId="urn:microsoft.com/office/officeart/2005/8/layout/hProcess6"/>
    <dgm:cxn modelId="{51485014-F0AD-4009-B889-0450492DC349}" type="presOf" srcId="{81589519-4115-4305-98EF-96BF9A75DD2E}" destId="{CE664685-9B5F-4707-86FD-EC80F65170C9}" srcOrd="1" destOrd="0" presId="urn:microsoft.com/office/officeart/2005/8/layout/hProcess6"/>
    <dgm:cxn modelId="{EDE4A31A-B740-4848-BF3C-C23253791CA5}" srcId="{B702607F-C428-4366-828C-249E8AC4AE6D}" destId="{81CB8BD4-04CD-4527-BB85-553AA253ACB0}" srcOrd="2" destOrd="0" parTransId="{9030CC34-9E54-4231-9D41-50C0D74B0FF5}" sibTransId="{E9CB478F-7675-4EB5-8277-656BA9554B4D}"/>
    <dgm:cxn modelId="{5321231E-2AB0-4B97-BA77-3527F0A46178}" type="presOf" srcId="{81589519-4115-4305-98EF-96BF9A75DD2E}" destId="{2AF7A007-6F76-48EC-B0DB-A376DF0197B1}" srcOrd="0" destOrd="0" presId="urn:microsoft.com/office/officeart/2005/8/layout/hProcess6"/>
    <dgm:cxn modelId="{2E0A6F1E-C0CE-4138-9476-9D29D866B44D}" type="presOf" srcId="{0E2B82E6-CC1A-4918-BB30-128DE5F911E1}" destId="{5AD04499-0F79-4B69-B9DD-1C3F2DFDFE93}" srcOrd="1" destOrd="1" presId="urn:microsoft.com/office/officeart/2005/8/layout/hProcess6"/>
    <dgm:cxn modelId="{681EB91F-9175-4C3D-A2BD-DCFB1D272ABB}" srcId="{5AFC57EA-CBC1-43F1-827F-716E9480E168}" destId="{A3E94289-D825-42B2-8EA9-47B0C1E99D3B}" srcOrd="1" destOrd="0" parTransId="{53512BEA-A336-449F-88A8-B0CE9F9C4DE9}" sibTransId="{6D0D0F96-960B-4744-BB0D-562A6C3C41C0}"/>
    <dgm:cxn modelId="{C24B2B22-3E1C-4E1E-BA09-E538DAC6A776}" type="presOf" srcId="{D02BB06F-6B26-45CF-A96E-F43219051E66}" destId="{7DDA8C35-E0B4-4BEA-A8E3-3AB0E3B62D9F}" srcOrd="1" destOrd="1" presId="urn:microsoft.com/office/officeart/2005/8/layout/hProcess6"/>
    <dgm:cxn modelId="{7E9A2D3A-543F-4E10-83A3-445818774754}" type="presOf" srcId="{FD4703FC-95EA-411C-8B79-1699AAF0B4ED}" destId="{58DEED43-A8A3-4CA5-98B1-F644BA9D8E70}" srcOrd="1" destOrd="1" presId="urn:microsoft.com/office/officeart/2005/8/layout/hProcess6"/>
    <dgm:cxn modelId="{5E62CF3E-423B-4102-8B32-B85F770226F8}" type="presOf" srcId="{81CB8BD4-04CD-4527-BB85-553AA253ACB0}" destId="{0B092223-5572-44EA-A7C4-8131436BB6FB}" srcOrd="0" destOrd="0" presId="urn:microsoft.com/office/officeart/2005/8/layout/hProcess6"/>
    <dgm:cxn modelId="{C834665B-198C-4F3B-9551-30D70B2DBB92}" srcId="{5AFC57EA-CBC1-43F1-827F-716E9480E168}" destId="{81589519-4115-4305-98EF-96BF9A75DD2E}" srcOrd="0" destOrd="0" parTransId="{8DC38012-7A0C-4054-9E89-B611B1F4E2CD}" sibTransId="{7A88E875-19AF-49A4-93E8-F50C9F83C9B5}"/>
    <dgm:cxn modelId="{0F772F5D-14ED-4D76-89C3-485BA254ECB4}" type="presOf" srcId="{D02BB06F-6B26-45CF-A96E-F43219051E66}" destId="{2D694FA3-3D9D-4B8E-B72A-7DF1FD74C534}" srcOrd="0" destOrd="1" presId="urn:microsoft.com/office/officeart/2005/8/layout/hProcess6"/>
    <dgm:cxn modelId="{41A86362-0B2C-4BC4-82F9-AFA253AE01E5}" srcId="{9BC091EF-D6C8-4C55-BA6A-FAD4C85EEB56}" destId="{D02BB06F-6B26-45CF-A96E-F43219051E66}" srcOrd="1" destOrd="0" parTransId="{CB755D50-874F-4282-A8E0-400630939A31}" sibTransId="{2167B22A-9AB7-40EC-B193-3C7528396E08}"/>
    <dgm:cxn modelId="{74B72C43-25ED-459F-B49F-ABE8A25FA674}" srcId="{81CB8BD4-04CD-4527-BB85-553AA253ACB0}" destId="{0E2B82E6-CC1A-4918-BB30-128DE5F911E1}" srcOrd="1" destOrd="0" parTransId="{A2E47970-7CB2-49FF-A4DC-0E6D5E0B8DB7}" sibTransId="{E943DA16-E9E0-4E08-83AE-6C6AD0AC4A32}"/>
    <dgm:cxn modelId="{967DBE49-AD85-4BF4-8D41-7BC1E95BBE79}" type="presOf" srcId="{0E2B82E6-CC1A-4918-BB30-128DE5F911E1}" destId="{0E2322CB-4344-4426-808A-D4CE6E63F21E}" srcOrd="0" destOrd="1" presId="urn:microsoft.com/office/officeart/2005/8/layout/hProcess6"/>
    <dgm:cxn modelId="{1614A04F-6C77-4380-BB6B-0562B53DA1D8}" type="presOf" srcId="{5AFC57EA-CBC1-43F1-827F-716E9480E168}" destId="{393B26FF-CB2A-4865-954B-0BD2EE9F7DA0}" srcOrd="0" destOrd="0" presId="urn:microsoft.com/office/officeart/2005/8/layout/hProcess6"/>
    <dgm:cxn modelId="{6D620977-DC82-40D1-9838-D2D369FC4246}" type="presOf" srcId="{637E33C5-2E29-43B4-B3A3-3A49B08EED7E}" destId="{58DEED43-A8A3-4CA5-98B1-F644BA9D8E70}" srcOrd="1" destOrd="0" presId="urn:microsoft.com/office/officeart/2005/8/layout/hProcess6"/>
    <dgm:cxn modelId="{0EAC7190-8704-4E2F-8037-64F4EA18D74B}" srcId="{81CB8BD4-04CD-4527-BB85-553AA253ACB0}" destId="{2CF69591-595D-437D-9A2B-A44D9C17EDC3}" srcOrd="0" destOrd="0" parTransId="{3D2DBD6A-3932-4A69-96F2-6582D3A9C5BF}" sibTransId="{786EC0AF-559B-419C-9E08-D9F1ED4B8897}"/>
    <dgm:cxn modelId="{2A9A3792-E606-4ED7-9D46-55C5345BC11B}" type="presOf" srcId="{FD4703FC-95EA-411C-8B79-1699AAF0B4ED}" destId="{506B9171-FF3E-4DE7-AE61-83C34C391309}" srcOrd="0" destOrd="1" presId="urn:microsoft.com/office/officeart/2005/8/layout/hProcess6"/>
    <dgm:cxn modelId="{B3D7A29D-BE73-4F85-9004-EC6ACA4332FD}" type="presOf" srcId="{2CF69591-595D-437D-9A2B-A44D9C17EDC3}" destId="{0E2322CB-4344-4426-808A-D4CE6E63F21E}" srcOrd="0" destOrd="0" presId="urn:microsoft.com/office/officeart/2005/8/layout/hProcess6"/>
    <dgm:cxn modelId="{C9C0A1A0-B85E-4485-A00E-46971DFA90EF}" type="presOf" srcId="{637E33C5-2E29-43B4-B3A3-3A49B08EED7E}" destId="{506B9171-FF3E-4DE7-AE61-83C34C391309}" srcOrd="0" destOrd="0" presId="urn:microsoft.com/office/officeart/2005/8/layout/hProcess6"/>
    <dgm:cxn modelId="{260967B2-900F-428D-8452-8316852527FB}" srcId="{272B1494-ED13-4ACC-9066-26803036046C}" destId="{FD4703FC-95EA-411C-8B79-1699AAF0B4ED}" srcOrd="1" destOrd="0" parTransId="{270E57B5-6EDC-46D9-A1DF-B92B8041B4EE}" sibTransId="{408A4809-DB20-4DEE-8FD0-D7E97845D175}"/>
    <dgm:cxn modelId="{F891E5B5-A6F0-47D1-9102-35E1F55D9BEC}" type="presOf" srcId="{6982303A-2A58-4DFA-9F2C-93FA95A4CA40}" destId="{7DDA8C35-E0B4-4BEA-A8E3-3AB0E3B62D9F}" srcOrd="1" destOrd="0" presId="urn:microsoft.com/office/officeart/2005/8/layout/hProcess6"/>
    <dgm:cxn modelId="{070C80B6-0D36-403C-B1E0-63510D1E5CDE}" srcId="{B702607F-C428-4366-828C-249E8AC4AE6D}" destId="{5AFC57EA-CBC1-43F1-827F-716E9480E168}" srcOrd="3" destOrd="0" parTransId="{F0241F3E-5C4B-4D02-9FEA-B42BEF348BD8}" sibTransId="{20BD8DAD-573B-4FD1-B1F1-C413D3523BFC}"/>
    <dgm:cxn modelId="{C70108CE-75BC-467A-9F37-AE670D4350CB}" type="presOf" srcId="{A3E94289-D825-42B2-8EA9-47B0C1E99D3B}" destId="{2AF7A007-6F76-48EC-B0DB-A376DF0197B1}" srcOrd="0" destOrd="1" presId="urn:microsoft.com/office/officeart/2005/8/layout/hProcess6"/>
    <dgm:cxn modelId="{D1BE32D0-E043-4925-9022-CD2DAA5BB18C}" type="presOf" srcId="{9BC091EF-D6C8-4C55-BA6A-FAD4C85EEB56}" destId="{D33EC50E-60A2-4C3A-9403-6A2494E18EC3}" srcOrd="0" destOrd="0" presId="urn:microsoft.com/office/officeart/2005/8/layout/hProcess6"/>
    <dgm:cxn modelId="{42D14BD5-41D1-4AB7-8550-8E0A8786841F}" srcId="{B702607F-C428-4366-828C-249E8AC4AE6D}" destId="{272B1494-ED13-4ACC-9066-26803036046C}" srcOrd="0" destOrd="0" parTransId="{9D93B26A-EB8C-4120-862B-1627A5B7E1DD}" sibTransId="{A6B93E8F-863D-4BAC-9F05-AB873CC13640}"/>
    <dgm:cxn modelId="{69FC6BD8-99E3-42AD-9DFF-872AC466A654}" type="presOf" srcId="{A3E94289-D825-42B2-8EA9-47B0C1E99D3B}" destId="{CE664685-9B5F-4707-86FD-EC80F65170C9}" srcOrd="1" destOrd="1" presId="urn:microsoft.com/office/officeart/2005/8/layout/hProcess6"/>
    <dgm:cxn modelId="{2F8E86E5-723D-45ED-9A8D-188FDDF363D2}" type="presOf" srcId="{6982303A-2A58-4DFA-9F2C-93FA95A4CA40}" destId="{2D694FA3-3D9D-4B8E-B72A-7DF1FD74C534}" srcOrd="0" destOrd="0" presId="urn:microsoft.com/office/officeart/2005/8/layout/hProcess6"/>
    <dgm:cxn modelId="{2B8DBBFE-81BD-4C4E-BBCC-CED8CC08742D}" type="presOf" srcId="{2CF69591-595D-437D-9A2B-A44D9C17EDC3}" destId="{5AD04499-0F79-4B69-B9DD-1C3F2DFDFE93}" srcOrd="1" destOrd="0" presId="urn:microsoft.com/office/officeart/2005/8/layout/hProcess6"/>
    <dgm:cxn modelId="{8890D90E-16BF-4BB0-BD9B-6D47D0EC57EF}" type="presParOf" srcId="{766A7AE4-F520-402C-99B3-FF6380191110}" destId="{C91BC58C-873F-4C75-B15C-4D210278A577}" srcOrd="0" destOrd="0" presId="urn:microsoft.com/office/officeart/2005/8/layout/hProcess6"/>
    <dgm:cxn modelId="{7215F18B-47C6-4FD7-9C69-66EAC9ECAA22}" type="presParOf" srcId="{C91BC58C-873F-4C75-B15C-4D210278A577}" destId="{1781A958-69C0-40AC-8BF9-E3F72A86FBD4}" srcOrd="0" destOrd="0" presId="urn:microsoft.com/office/officeart/2005/8/layout/hProcess6"/>
    <dgm:cxn modelId="{608D5790-D490-4A98-B6BC-7C468B2C132C}" type="presParOf" srcId="{C91BC58C-873F-4C75-B15C-4D210278A577}" destId="{506B9171-FF3E-4DE7-AE61-83C34C391309}" srcOrd="1" destOrd="0" presId="urn:microsoft.com/office/officeart/2005/8/layout/hProcess6"/>
    <dgm:cxn modelId="{DC52F091-7915-4A70-8484-3DC82EEEC085}" type="presParOf" srcId="{C91BC58C-873F-4C75-B15C-4D210278A577}" destId="{58DEED43-A8A3-4CA5-98B1-F644BA9D8E70}" srcOrd="2" destOrd="0" presId="urn:microsoft.com/office/officeart/2005/8/layout/hProcess6"/>
    <dgm:cxn modelId="{385310AF-3F8D-4171-8443-08FFA53F2629}" type="presParOf" srcId="{C91BC58C-873F-4C75-B15C-4D210278A577}" destId="{FE40DCA0-E987-4B4B-891E-2632D64BFEDA}" srcOrd="3" destOrd="0" presId="urn:microsoft.com/office/officeart/2005/8/layout/hProcess6"/>
    <dgm:cxn modelId="{26CDEE35-565E-43D6-8819-29A7FD33EE9F}" type="presParOf" srcId="{766A7AE4-F520-402C-99B3-FF6380191110}" destId="{2C243785-52C7-4BEC-A2E6-4A542B4F82E1}" srcOrd="1" destOrd="0" presId="urn:microsoft.com/office/officeart/2005/8/layout/hProcess6"/>
    <dgm:cxn modelId="{635CAE56-C5DC-4C94-A69B-F14AEE6AF68A}" type="presParOf" srcId="{766A7AE4-F520-402C-99B3-FF6380191110}" destId="{0A0DFAAF-A10E-43DF-968F-EB6C09342F63}" srcOrd="2" destOrd="0" presId="urn:microsoft.com/office/officeart/2005/8/layout/hProcess6"/>
    <dgm:cxn modelId="{B68B8CCB-836A-4C6F-BBA7-59619C67FE53}" type="presParOf" srcId="{0A0DFAAF-A10E-43DF-968F-EB6C09342F63}" destId="{AF7996B4-CA08-49EE-BF5D-733797D26FE8}" srcOrd="0" destOrd="0" presId="urn:microsoft.com/office/officeart/2005/8/layout/hProcess6"/>
    <dgm:cxn modelId="{00741207-201D-40C3-8A76-68D5A6BA751B}" type="presParOf" srcId="{0A0DFAAF-A10E-43DF-968F-EB6C09342F63}" destId="{2D694FA3-3D9D-4B8E-B72A-7DF1FD74C534}" srcOrd="1" destOrd="0" presId="urn:microsoft.com/office/officeart/2005/8/layout/hProcess6"/>
    <dgm:cxn modelId="{E3E933F2-DC10-42FA-A49B-D993F8F5F82A}" type="presParOf" srcId="{0A0DFAAF-A10E-43DF-968F-EB6C09342F63}" destId="{7DDA8C35-E0B4-4BEA-A8E3-3AB0E3B62D9F}" srcOrd="2" destOrd="0" presId="urn:microsoft.com/office/officeart/2005/8/layout/hProcess6"/>
    <dgm:cxn modelId="{F695BBBC-45E9-4259-A93D-37FEF3217109}" type="presParOf" srcId="{0A0DFAAF-A10E-43DF-968F-EB6C09342F63}" destId="{D33EC50E-60A2-4C3A-9403-6A2494E18EC3}" srcOrd="3" destOrd="0" presId="urn:microsoft.com/office/officeart/2005/8/layout/hProcess6"/>
    <dgm:cxn modelId="{4E493FB8-904C-4D99-B930-B5CDDE6A9C06}" type="presParOf" srcId="{766A7AE4-F520-402C-99B3-FF6380191110}" destId="{93D76AAE-4A79-448D-BB35-DFDFF84A0654}" srcOrd="3" destOrd="0" presId="urn:microsoft.com/office/officeart/2005/8/layout/hProcess6"/>
    <dgm:cxn modelId="{C292C9C4-877E-4CC4-810F-E82E26507B94}" type="presParOf" srcId="{766A7AE4-F520-402C-99B3-FF6380191110}" destId="{F3D0ACF4-34E7-4457-8235-2E5DC33CDF40}" srcOrd="4" destOrd="0" presId="urn:microsoft.com/office/officeart/2005/8/layout/hProcess6"/>
    <dgm:cxn modelId="{C58AA526-EC0E-4994-9EC2-E74E2E6491DF}" type="presParOf" srcId="{F3D0ACF4-34E7-4457-8235-2E5DC33CDF40}" destId="{9EA43D34-C81D-47E0-9A50-C57F932C78AC}" srcOrd="0" destOrd="0" presId="urn:microsoft.com/office/officeart/2005/8/layout/hProcess6"/>
    <dgm:cxn modelId="{D736E625-512F-4F6B-935F-A9F82F16E344}" type="presParOf" srcId="{F3D0ACF4-34E7-4457-8235-2E5DC33CDF40}" destId="{0E2322CB-4344-4426-808A-D4CE6E63F21E}" srcOrd="1" destOrd="0" presId="urn:microsoft.com/office/officeart/2005/8/layout/hProcess6"/>
    <dgm:cxn modelId="{F64F1C2C-F674-43F7-AB73-3457B6B845D8}" type="presParOf" srcId="{F3D0ACF4-34E7-4457-8235-2E5DC33CDF40}" destId="{5AD04499-0F79-4B69-B9DD-1C3F2DFDFE93}" srcOrd="2" destOrd="0" presId="urn:microsoft.com/office/officeart/2005/8/layout/hProcess6"/>
    <dgm:cxn modelId="{BCBCF09B-7D29-4FFB-A8C5-D810DFB54C2F}" type="presParOf" srcId="{F3D0ACF4-34E7-4457-8235-2E5DC33CDF40}" destId="{0B092223-5572-44EA-A7C4-8131436BB6FB}" srcOrd="3" destOrd="0" presId="urn:microsoft.com/office/officeart/2005/8/layout/hProcess6"/>
    <dgm:cxn modelId="{D79791AB-B4E4-4EFE-9C03-EA9D24DAF3AE}" type="presParOf" srcId="{766A7AE4-F520-402C-99B3-FF6380191110}" destId="{5F1B3F5C-47D9-4FBE-A610-E06114B98B59}" srcOrd="5" destOrd="0" presId="urn:microsoft.com/office/officeart/2005/8/layout/hProcess6"/>
    <dgm:cxn modelId="{7A8524BC-B49E-4B20-8211-8A30BBD24F85}" type="presParOf" srcId="{766A7AE4-F520-402C-99B3-FF6380191110}" destId="{7F78B1F1-695C-4635-ABFD-358344F43206}" srcOrd="6" destOrd="0" presId="urn:microsoft.com/office/officeart/2005/8/layout/hProcess6"/>
    <dgm:cxn modelId="{2F1E7A5A-B36F-4F10-B319-100AC87046C5}" type="presParOf" srcId="{7F78B1F1-695C-4635-ABFD-358344F43206}" destId="{D465545E-57DE-48BF-9D56-B42C9400A81E}" srcOrd="0" destOrd="0" presId="urn:microsoft.com/office/officeart/2005/8/layout/hProcess6"/>
    <dgm:cxn modelId="{D85698E4-35FA-430E-9CAD-2A829B9292C3}" type="presParOf" srcId="{7F78B1F1-695C-4635-ABFD-358344F43206}" destId="{2AF7A007-6F76-48EC-B0DB-A376DF0197B1}" srcOrd="1" destOrd="0" presId="urn:microsoft.com/office/officeart/2005/8/layout/hProcess6"/>
    <dgm:cxn modelId="{02DA8BBD-D256-4B75-932D-085B422F495E}" type="presParOf" srcId="{7F78B1F1-695C-4635-ABFD-358344F43206}" destId="{CE664685-9B5F-4707-86FD-EC80F65170C9}" srcOrd="2" destOrd="0" presId="urn:microsoft.com/office/officeart/2005/8/layout/hProcess6"/>
    <dgm:cxn modelId="{0C7518E3-D99A-40C0-892D-B20708FD97C4}" type="presParOf" srcId="{7F78B1F1-695C-4635-ABFD-358344F43206}" destId="{393B26FF-CB2A-4865-954B-0BD2EE9F7DA0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A370FE2-4E79-4BBB-B6B1-C922F0052202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60FD2796-7DE4-4BF7-A73D-547BCC2D1605}">
      <dgm:prSet phldrT="[Texte]" custT="1"/>
      <dgm:spPr/>
      <dgm:t>
        <a:bodyPr/>
        <a:lstStyle/>
        <a:p>
          <a:r>
            <a:rPr lang="fr-FR" sz="1400" b="1" dirty="0">
              <a:solidFill>
                <a:schemeClr val="tx1"/>
              </a:solidFill>
            </a:rPr>
            <a:t>Taille des images</a:t>
          </a:r>
        </a:p>
      </dgm:t>
    </dgm:pt>
    <dgm:pt modelId="{3F630D22-7DEC-47C1-8174-78F0CA0E5346}" type="parTrans" cxnId="{3A0FC551-C867-4A0F-9DD8-7C46F21A71F7}">
      <dgm:prSet/>
      <dgm:spPr/>
      <dgm:t>
        <a:bodyPr/>
        <a:lstStyle/>
        <a:p>
          <a:endParaRPr lang="fr-FR" sz="1400"/>
        </a:p>
      </dgm:t>
    </dgm:pt>
    <dgm:pt modelId="{80AF0816-602D-4BC6-9A63-F039DBBCB5C0}" type="sibTrans" cxnId="{3A0FC551-C867-4A0F-9DD8-7C46F21A71F7}">
      <dgm:prSet/>
      <dgm:spPr/>
      <dgm:t>
        <a:bodyPr/>
        <a:lstStyle/>
        <a:p>
          <a:endParaRPr lang="fr-FR" sz="1400"/>
        </a:p>
      </dgm:t>
    </dgm:pt>
    <dgm:pt modelId="{3C7D4B12-5C54-4D31-A538-F4443ECFEB6D}">
      <dgm:prSet phldrT="[Texte]" custT="1"/>
      <dgm:spPr/>
      <dgm:t>
        <a:bodyPr/>
        <a:lstStyle/>
        <a:p>
          <a:r>
            <a:rPr lang="fr-FR" sz="1400" dirty="0"/>
            <a:t>Respect des dimensions max</a:t>
          </a:r>
        </a:p>
      </dgm:t>
    </dgm:pt>
    <dgm:pt modelId="{F2BBC00E-2C33-4346-A6C7-1DCEF8B53CFE}" type="parTrans" cxnId="{CD8EB56F-7854-4E4A-9166-061866004A54}">
      <dgm:prSet/>
      <dgm:spPr/>
      <dgm:t>
        <a:bodyPr/>
        <a:lstStyle/>
        <a:p>
          <a:endParaRPr lang="fr-FR" sz="1400"/>
        </a:p>
      </dgm:t>
    </dgm:pt>
    <dgm:pt modelId="{9FD182E1-47DC-4B0D-9F0E-47AE6CBBB836}" type="sibTrans" cxnId="{CD8EB56F-7854-4E4A-9166-061866004A54}">
      <dgm:prSet/>
      <dgm:spPr/>
      <dgm:t>
        <a:bodyPr/>
        <a:lstStyle/>
        <a:p>
          <a:endParaRPr lang="fr-FR" sz="1400"/>
        </a:p>
      </dgm:t>
    </dgm:pt>
    <dgm:pt modelId="{E913C9AB-AE08-4055-AF1A-1F9FCDBA0818}">
      <dgm:prSet phldrT="[Texte]" custT="1"/>
      <dgm:spPr/>
      <dgm:t>
        <a:bodyPr/>
        <a:lstStyle/>
        <a:p>
          <a:r>
            <a:rPr lang="fr-FR" sz="1400" b="1" dirty="0">
              <a:solidFill>
                <a:schemeClr val="tx1"/>
              </a:solidFill>
            </a:rPr>
            <a:t>Split</a:t>
          </a:r>
        </a:p>
      </dgm:t>
    </dgm:pt>
    <dgm:pt modelId="{088750D2-5F98-4A82-B399-F87FBE6F9B6F}" type="parTrans" cxnId="{90791077-B93F-4296-9625-501B0C828A2B}">
      <dgm:prSet/>
      <dgm:spPr/>
      <dgm:t>
        <a:bodyPr/>
        <a:lstStyle/>
        <a:p>
          <a:endParaRPr lang="fr-FR" sz="1400"/>
        </a:p>
      </dgm:t>
    </dgm:pt>
    <dgm:pt modelId="{1848CABB-0C7F-4C20-B159-80DF0F0BA191}" type="sibTrans" cxnId="{90791077-B93F-4296-9625-501B0C828A2B}">
      <dgm:prSet/>
      <dgm:spPr/>
      <dgm:t>
        <a:bodyPr/>
        <a:lstStyle/>
        <a:p>
          <a:endParaRPr lang="fr-FR" sz="1400"/>
        </a:p>
      </dgm:t>
    </dgm:pt>
    <dgm:pt modelId="{6A9C05BC-65DD-427A-9957-A1A533C65D24}">
      <dgm:prSet phldrT="[Texte]" custT="1"/>
      <dgm:spPr/>
      <dgm:t>
        <a:bodyPr/>
        <a:lstStyle/>
        <a:p>
          <a:r>
            <a:rPr lang="fr-FR" sz="1400" dirty="0"/>
            <a:t>Séparation du </a:t>
          </a:r>
          <a:r>
            <a:rPr lang="fr-FR" sz="1400" dirty="0" err="1"/>
            <a:t>dataset</a:t>
          </a:r>
          <a:endParaRPr lang="fr-FR" sz="1400" dirty="0"/>
        </a:p>
      </dgm:t>
    </dgm:pt>
    <dgm:pt modelId="{50DE477B-6CC4-412A-864C-DBD7314E6641}" type="parTrans" cxnId="{D0EE5FB7-69F4-479C-8A04-216C040404C6}">
      <dgm:prSet/>
      <dgm:spPr/>
      <dgm:t>
        <a:bodyPr/>
        <a:lstStyle/>
        <a:p>
          <a:endParaRPr lang="fr-FR" sz="1400"/>
        </a:p>
      </dgm:t>
    </dgm:pt>
    <dgm:pt modelId="{E6133A8A-5BE9-4CB2-A8AA-217A03A7F718}" type="sibTrans" cxnId="{D0EE5FB7-69F4-479C-8A04-216C040404C6}">
      <dgm:prSet/>
      <dgm:spPr/>
      <dgm:t>
        <a:bodyPr/>
        <a:lstStyle/>
        <a:p>
          <a:endParaRPr lang="fr-FR" sz="1400"/>
        </a:p>
      </dgm:t>
    </dgm:pt>
    <dgm:pt modelId="{03DE7762-F947-442B-80C0-46D18596D67F}">
      <dgm:prSet phldrT="[Texte]" custT="1"/>
      <dgm:spPr/>
      <dgm:t>
        <a:bodyPr/>
        <a:lstStyle/>
        <a:p>
          <a:r>
            <a:rPr lang="fr-FR" sz="1400" dirty="0"/>
            <a:t>Train (672 images), Validation (168 images), Test (210 images)</a:t>
          </a:r>
        </a:p>
      </dgm:t>
    </dgm:pt>
    <dgm:pt modelId="{CBAE19DC-9397-4AB3-90C4-803CA2BFD414}" type="parTrans" cxnId="{D74BBE54-6940-49FC-B643-763020084771}">
      <dgm:prSet/>
      <dgm:spPr/>
      <dgm:t>
        <a:bodyPr/>
        <a:lstStyle/>
        <a:p>
          <a:endParaRPr lang="fr-FR" sz="1400"/>
        </a:p>
      </dgm:t>
    </dgm:pt>
    <dgm:pt modelId="{22D17404-1CBD-448C-8556-9229AD542F81}" type="sibTrans" cxnId="{D74BBE54-6940-49FC-B643-763020084771}">
      <dgm:prSet/>
      <dgm:spPr/>
      <dgm:t>
        <a:bodyPr/>
        <a:lstStyle/>
        <a:p>
          <a:endParaRPr lang="fr-FR" sz="1400"/>
        </a:p>
      </dgm:t>
    </dgm:pt>
    <dgm:pt modelId="{0F79BBC7-0ED2-4216-B573-AF244690AEC8}">
      <dgm:prSet phldrT="[Texte]" custT="1"/>
      <dgm:spPr/>
      <dgm:t>
        <a:bodyPr/>
        <a:lstStyle/>
        <a:p>
          <a:r>
            <a:rPr lang="fr-FR" sz="1400" b="1" dirty="0">
              <a:solidFill>
                <a:schemeClr val="tx1"/>
              </a:solidFill>
            </a:rPr>
            <a:t>Data Augmentation</a:t>
          </a:r>
        </a:p>
      </dgm:t>
    </dgm:pt>
    <dgm:pt modelId="{6C7C3C9E-FD09-4A9D-AED7-20316E64FB1E}" type="parTrans" cxnId="{2C872A9E-01E0-478A-92B1-C3AE622C8396}">
      <dgm:prSet/>
      <dgm:spPr/>
      <dgm:t>
        <a:bodyPr/>
        <a:lstStyle/>
        <a:p>
          <a:endParaRPr lang="fr-FR" sz="1400"/>
        </a:p>
      </dgm:t>
    </dgm:pt>
    <dgm:pt modelId="{F19752C1-50BF-40ED-AC2A-AFAEE0D87D55}" type="sibTrans" cxnId="{2C872A9E-01E0-478A-92B1-C3AE622C8396}">
      <dgm:prSet/>
      <dgm:spPr/>
      <dgm:t>
        <a:bodyPr/>
        <a:lstStyle/>
        <a:p>
          <a:endParaRPr lang="fr-FR" sz="1400"/>
        </a:p>
      </dgm:t>
    </dgm:pt>
    <dgm:pt modelId="{4F3DDC1D-DA4D-4C54-9731-C2F12E8AF678}">
      <dgm:prSet phldrT="[Texte]" custT="1"/>
      <dgm:spPr/>
      <dgm:t>
        <a:bodyPr/>
        <a:lstStyle/>
        <a:p>
          <a:r>
            <a:rPr lang="fr-FR" sz="1400" dirty="0"/>
            <a:t>Décalage horizontal</a:t>
          </a:r>
        </a:p>
      </dgm:t>
    </dgm:pt>
    <dgm:pt modelId="{ACDB0159-FDEB-4561-8612-BEFE66B2FC68}" type="parTrans" cxnId="{6E9A8C37-857D-4E7A-AB0C-DA9574A1DDF2}">
      <dgm:prSet/>
      <dgm:spPr/>
      <dgm:t>
        <a:bodyPr/>
        <a:lstStyle/>
        <a:p>
          <a:endParaRPr lang="fr-FR" sz="1400"/>
        </a:p>
      </dgm:t>
    </dgm:pt>
    <dgm:pt modelId="{79763E79-1162-4303-A926-82877DBA740E}" type="sibTrans" cxnId="{6E9A8C37-857D-4E7A-AB0C-DA9574A1DDF2}">
      <dgm:prSet/>
      <dgm:spPr/>
      <dgm:t>
        <a:bodyPr/>
        <a:lstStyle/>
        <a:p>
          <a:endParaRPr lang="fr-FR" sz="1400"/>
        </a:p>
      </dgm:t>
    </dgm:pt>
    <dgm:pt modelId="{DD1B74A8-51F4-4091-81D9-ADB01B11AD48}">
      <dgm:prSet phldrT="[Texte]" custT="1"/>
      <dgm:spPr/>
      <dgm:t>
        <a:bodyPr/>
        <a:lstStyle/>
        <a:p>
          <a:r>
            <a:rPr lang="fr-FR" sz="1400" dirty="0"/>
            <a:t>Décalage vertical</a:t>
          </a:r>
        </a:p>
      </dgm:t>
    </dgm:pt>
    <dgm:pt modelId="{08266F74-4B50-4FFC-9692-170E2C14CE3A}" type="parTrans" cxnId="{A836E6E6-4CC6-4BCA-B4DF-A8721BE83736}">
      <dgm:prSet/>
      <dgm:spPr/>
      <dgm:t>
        <a:bodyPr/>
        <a:lstStyle/>
        <a:p>
          <a:endParaRPr lang="fr-FR" sz="1400"/>
        </a:p>
      </dgm:t>
    </dgm:pt>
    <dgm:pt modelId="{03CDA8F9-4F1A-49C7-AB9A-08BF08008C86}" type="sibTrans" cxnId="{A836E6E6-4CC6-4BCA-B4DF-A8721BE83736}">
      <dgm:prSet/>
      <dgm:spPr/>
      <dgm:t>
        <a:bodyPr/>
        <a:lstStyle/>
        <a:p>
          <a:endParaRPr lang="fr-FR" sz="1400"/>
        </a:p>
      </dgm:t>
    </dgm:pt>
    <dgm:pt modelId="{0EC1503A-91C3-4FEC-AD89-790F29842AB8}">
      <dgm:prSet phldrT="[Texte]" custT="1"/>
      <dgm:spPr/>
      <dgm:t>
        <a:bodyPr/>
        <a:lstStyle/>
        <a:p>
          <a:r>
            <a:rPr lang="fr-FR" sz="1400" dirty="0"/>
            <a:t>Retournement vertical</a:t>
          </a:r>
        </a:p>
      </dgm:t>
    </dgm:pt>
    <dgm:pt modelId="{D58D9D07-52A8-4D92-8DCC-0DBF32AA6A17}" type="parTrans" cxnId="{0BFD46D8-FA90-44D3-8B7A-0C64E0982DFC}">
      <dgm:prSet/>
      <dgm:spPr/>
      <dgm:t>
        <a:bodyPr/>
        <a:lstStyle/>
        <a:p>
          <a:endParaRPr lang="fr-FR" sz="1400"/>
        </a:p>
      </dgm:t>
    </dgm:pt>
    <dgm:pt modelId="{B5915DDD-B805-477F-BA2B-FE22DEB02C93}" type="sibTrans" cxnId="{0BFD46D8-FA90-44D3-8B7A-0C64E0982DFC}">
      <dgm:prSet/>
      <dgm:spPr/>
      <dgm:t>
        <a:bodyPr/>
        <a:lstStyle/>
        <a:p>
          <a:endParaRPr lang="fr-FR" sz="1400"/>
        </a:p>
      </dgm:t>
    </dgm:pt>
    <dgm:pt modelId="{09166112-16DE-47B6-ACEC-E934179B7C8A}">
      <dgm:prSet phldrT="[Texte]" custT="1"/>
      <dgm:spPr/>
      <dgm:t>
        <a:bodyPr/>
        <a:lstStyle/>
        <a:p>
          <a:r>
            <a:rPr lang="fr-FR" sz="1400" dirty="0" err="1"/>
            <a:t>preprocess_input</a:t>
          </a:r>
          <a:r>
            <a:rPr lang="fr-FR" sz="1400" dirty="0"/>
            <a:t> (prétraitement pour VGG16)</a:t>
          </a:r>
        </a:p>
      </dgm:t>
    </dgm:pt>
    <dgm:pt modelId="{C795912B-65AF-4096-97C5-404BC86DE82E}" type="parTrans" cxnId="{0BD4E6E8-05BD-4710-A57E-9A7D141BB267}">
      <dgm:prSet/>
      <dgm:spPr/>
      <dgm:t>
        <a:bodyPr/>
        <a:lstStyle/>
        <a:p>
          <a:endParaRPr lang="fr-FR" sz="1400"/>
        </a:p>
      </dgm:t>
    </dgm:pt>
    <dgm:pt modelId="{E59F6C42-D836-4AFB-AF6C-81FEC18B0768}" type="sibTrans" cxnId="{0BD4E6E8-05BD-4710-A57E-9A7D141BB267}">
      <dgm:prSet/>
      <dgm:spPr/>
      <dgm:t>
        <a:bodyPr/>
        <a:lstStyle/>
        <a:p>
          <a:endParaRPr lang="fr-FR" sz="1400"/>
        </a:p>
      </dgm:t>
    </dgm:pt>
    <dgm:pt modelId="{CD1A2CEF-AA2F-44A7-8D47-6D806583BAA0}">
      <dgm:prSet phldrT="[Texte]" custT="1"/>
      <dgm:spPr/>
      <dgm:t>
        <a:bodyPr/>
        <a:lstStyle/>
        <a:p>
          <a:r>
            <a:rPr lang="fr-FR" sz="1400" dirty="0"/>
            <a:t>Respect de la distribution des classes</a:t>
          </a:r>
        </a:p>
      </dgm:t>
    </dgm:pt>
    <dgm:pt modelId="{2B33BB6D-BE06-4D9A-A048-311141778CDA}" type="parTrans" cxnId="{6FFD533A-5FD6-4E77-A2D3-D2D8D62490C8}">
      <dgm:prSet/>
      <dgm:spPr/>
      <dgm:t>
        <a:bodyPr/>
        <a:lstStyle/>
        <a:p>
          <a:endParaRPr lang="fr-FR"/>
        </a:p>
      </dgm:t>
    </dgm:pt>
    <dgm:pt modelId="{44ECA8A9-A82A-4F90-A5D0-90433540B53E}" type="sibTrans" cxnId="{6FFD533A-5FD6-4E77-A2D3-D2D8D62490C8}">
      <dgm:prSet/>
      <dgm:spPr/>
      <dgm:t>
        <a:bodyPr/>
        <a:lstStyle/>
        <a:p>
          <a:endParaRPr lang="fr-FR"/>
        </a:p>
      </dgm:t>
    </dgm:pt>
    <dgm:pt modelId="{C3FF9976-70ED-43A0-8E04-E1FC4274574D}">
      <dgm:prSet phldrT="[Texte]" custT="1"/>
      <dgm:spPr/>
      <dgm:t>
        <a:bodyPr/>
        <a:lstStyle/>
        <a:p>
          <a:r>
            <a:rPr lang="fr-FR" sz="1400" dirty="0"/>
            <a:t>Respect des proportions</a:t>
          </a:r>
        </a:p>
      </dgm:t>
    </dgm:pt>
    <dgm:pt modelId="{E5485A99-E43F-49DB-86AA-4A949549A0AD}" type="sibTrans" cxnId="{77C036E8-26D8-4B94-98AD-0B36A77F1C92}">
      <dgm:prSet/>
      <dgm:spPr/>
      <dgm:t>
        <a:bodyPr/>
        <a:lstStyle/>
        <a:p>
          <a:endParaRPr lang="fr-FR" sz="1400"/>
        </a:p>
      </dgm:t>
    </dgm:pt>
    <dgm:pt modelId="{345AC097-F500-4BCD-B3A7-54B8D9D2D085}" type="parTrans" cxnId="{77C036E8-26D8-4B94-98AD-0B36A77F1C92}">
      <dgm:prSet/>
      <dgm:spPr/>
      <dgm:t>
        <a:bodyPr/>
        <a:lstStyle/>
        <a:p>
          <a:endParaRPr lang="fr-FR" sz="1400"/>
        </a:p>
      </dgm:t>
    </dgm:pt>
    <dgm:pt modelId="{4AD7C5B5-2CA8-4F29-80B7-5C3B68E9220E}" type="pres">
      <dgm:prSet presAssocID="{2A370FE2-4E79-4BBB-B6B1-C922F0052202}" presName="linearFlow" presStyleCnt="0">
        <dgm:presLayoutVars>
          <dgm:dir/>
          <dgm:animLvl val="lvl"/>
          <dgm:resizeHandles val="exact"/>
        </dgm:presLayoutVars>
      </dgm:prSet>
      <dgm:spPr/>
    </dgm:pt>
    <dgm:pt modelId="{88977546-D91A-4F96-BFCF-3537CB8DBFB9}" type="pres">
      <dgm:prSet presAssocID="{60FD2796-7DE4-4BF7-A73D-547BCC2D1605}" presName="composite" presStyleCnt="0"/>
      <dgm:spPr/>
    </dgm:pt>
    <dgm:pt modelId="{97FC5E0B-E020-43CA-9BF7-00CF3AA07777}" type="pres">
      <dgm:prSet presAssocID="{60FD2796-7DE4-4BF7-A73D-547BCC2D1605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62C482C6-F273-4DBF-83C8-948B83FC8998}" type="pres">
      <dgm:prSet presAssocID="{60FD2796-7DE4-4BF7-A73D-547BCC2D1605}" presName="descendantText" presStyleLbl="alignAcc1" presStyleIdx="0" presStyleCnt="3">
        <dgm:presLayoutVars>
          <dgm:bulletEnabled val="1"/>
        </dgm:presLayoutVars>
      </dgm:prSet>
      <dgm:spPr/>
    </dgm:pt>
    <dgm:pt modelId="{F11FE9F0-80E8-4C73-AB34-0EF92ACBE891}" type="pres">
      <dgm:prSet presAssocID="{80AF0816-602D-4BC6-9A63-F039DBBCB5C0}" presName="sp" presStyleCnt="0"/>
      <dgm:spPr/>
    </dgm:pt>
    <dgm:pt modelId="{1496B837-A975-463C-8766-991F88455D6E}" type="pres">
      <dgm:prSet presAssocID="{E913C9AB-AE08-4055-AF1A-1F9FCDBA0818}" presName="composite" presStyleCnt="0"/>
      <dgm:spPr/>
    </dgm:pt>
    <dgm:pt modelId="{27450EED-FCD3-4EE5-A30C-5B97E184B814}" type="pres">
      <dgm:prSet presAssocID="{E913C9AB-AE08-4055-AF1A-1F9FCDBA0818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4CEFCBE9-1F9C-4063-8448-AD595E341F63}" type="pres">
      <dgm:prSet presAssocID="{E913C9AB-AE08-4055-AF1A-1F9FCDBA0818}" presName="descendantText" presStyleLbl="alignAcc1" presStyleIdx="1" presStyleCnt="3">
        <dgm:presLayoutVars>
          <dgm:bulletEnabled val="1"/>
        </dgm:presLayoutVars>
      </dgm:prSet>
      <dgm:spPr/>
    </dgm:pt>
    <dgm:pt modelId="{1D438E62-5787-4061-B356-5532856A3B59}" type="pres">
      <dgm:prSet presAssocID="{1848CABB-0C7F-4C20-B159-80DF0F0BA191}" presName="sp" presStyleCnt="0"/>
      <dgm:spPr/>
    </dgm:pt>
    <dgm:pt modelId="{7F196195-D1FD-41BF-9CF8-5A96732886E4}" type="pres">
      <dgm:prSet presAssocID="{0F79BBC7-0ED2-4216-B573-AF244690AEC8}" presName="composite" presStyleCnt="0"/>
      <dgm:spPr/>
    </dgm:pt>
    <dgm:pt modelId="{DB640226-AADB-4721-95D7-36E2E2918602}" type="pres">
      <dgm:prSet presAssocID="{0F79BBC7-0ED2-4216-B573-AF244690AEC8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02383B04-5D4F-4FBD-9807-CB63B0F10BDF}" type="pres">
      <dgm:prSet presAssocID="{0F79BBC7-0ED2-4216-B573-AF244690AEC8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11021708-95ED-4D27-AC6A-966B5943C5D9}" type="presOf" srcId="{0EC1503A-91C3-4FEC-AD89-790F29842AB8}" destId="{02383B04-5D4F-4FBD-9807-CB63B0F10BDF}" srcOrd="0" destOrd="2" presId="urn:microsoft.com/office/officeart/2005/8/layout/chevron2"/>
    <dgm:cxn modelId="{728B5808-201B-4950-81DA-AA01BFA93075}" type="presOf" srcId="{CD1A2CEF-AA2F-44A7-8D47-6D806583BAA0}" destId="{4CEFCBE9-1F9C-4063-8448-AD595E341F63}" srcOrd="0" destOrd="2" presId="urn:microsoft.com/office/officeart/2005/8/layout/chevron2"/>
    <dgm:cxn modelId="{39708517-C2D1-4A81-8699-C9334D3C2883}" type="presOf" srcId="{6A9C05BC-65DD-427A-9957-A1A533C65D24}" destId="{4CEFCBE9-1F9C-4063-8448-AD595E341F63}" srcOrd="0" destOrd="0" presId="urn:microsoft.com/office/officeart/2005/8/layout/chevron2"/>
    <dgm:cxn modelId="{F1D4A832-8DC9-4EE8-953D-FD26EC8F9AAD}" type="presOf" srcId="{09166112-16DE-47B6-ACEC-E934179B7C8A}" destId="{02383B04-5D4F-4FBD-9807-CB63B0F10BDF}" srcOrd="0" destOrd="3" presId="urn:microsoft.com/office/officeart/2005/8/layout/chevron2"/>
    <dgm:cxn modelId="{6E9A8C37-857D-4E7A-AB0C-DA9574A1DDF2}" srcId="{0F79BBC7-0ED2-4216-B573-AF244690AEC8}" destId="{4F3DDC1D-DA4D-4C54-9731-C2F12E8AF678}" srcOrd="0" destOrd="0" parTransId="{ACDB0159-FDEB-4561-8612-BEFE66B2FC68}" sibTransId="{79763E79-1162-4303-A926-82877DBA740E}"/>
    <dgm:cxn modelId="{59703139-CF43-4C87-89D1-A2FEE03AD55B}" type="presOf" srcId="{60FD2796-7DE4-4BF7-A73D-547BCC2D1605}" destId="{97FC5E0B-E020-43CA-9BF7-00CF3AA07777}" srcOrd="0" destOrd="0" presId="urn:microsoft.com/office/officeart/2005/8/layout/chevron2"/>
    <dgm:cxn modelId="{6FFD533A-5FD6-4E77-A2D3-D2D8D62490C8}" srcId="{E913C9AB-AE08-4055-AF1A-1F9FCDBA0818}" destId="{CD1A2CEF-AA2F-44A7-8D47-6D806583BAA0}" srcOrd="2" destOrd="0" parTransId="{2B33BB6D-BE06-4D9A-A048-311141778CDA}" sibTransId="{44ECA8A9-A82A-4F90-A5D0-90433540B53E}"/>
    <dgm:cxn modelId="{CE06BA5C-69C5-42B7-81B0-E20D56E55750}" type="presOf" srcId="{03DE7762-F947-442B-80C0-46D18596D67F}" destId="{4CEFCBE9-1F9C-4063-8448-AD595E341F63}" srcOrd="0" destOrd="1" presId="urn:microsoft.com/office/officeart/2005/8/layout/chevron2"/>
    <dgm:cxn modelId="{7A9C6863-D3DE-4042-B4AF-376CCAD80E93}" type="presOf" srcId="{4F3DDC1D-DA4D-4C54-9731-C2F12E8AF678}" destId="{02383B04-5D4F-4FBD-9807-CB63B0F10BDF}" srcOrd="0" destOrd="0" presId="urn:microsoft.com/office/officeart/2005/8/layout/chevron2"/>
    <dgm:cxn modelId="{CD8EB56F-7854-4E4A-9166-061866004A54}" srcId="{60FD2796-7DE4-4BF7-A73D-547BCC2D1605}" destId="{3C7D4B12-5C54-4D31-A538-F4443ECFEB6D}" srcOrd="0" destOrd="0" parTransId="{F2BBC00E-2C33-4346-A6C7-1DCEF8B53CFE}" sibTransId="{9FD182E1-47DC-4B0D-9F0E-47AE6CBBB836}"/>
    <dgm:cxn modelId="{3A0FC551-C867-4A0F-9DD8-7C46F21A71F7}" srcId="{2A370FE2-4E79-4BBB-B6B1-C922F0052202}" destId="{60FD2796-7DE4-4BF7-A73D-547BCC2D1605}" srcOrd="0" destOrd="0" parTransId="{3F630D22-7DEC-47C1-8174-78F0CA0E5346}" sibTransId="{80AF0816-602D-4BC6-9A63-F039DBBCB5C0}"/>
    <dgm:cxn modelId="{D74BBE54-6940-49FC-B643-763020084771}" srcId="{E913C9AB-AE08-4055-AF1A-1F9FCDBA0818}" destId="{03DE7762-F947-442B-80C0-46D18596D67F}" srcOrd="1" destOrd="0" parTransId="{CBAE19DC-9397-4AB3-90C4-803CA2BFD414}" sibTransId="{22D17404-1CBD-448C-8556-9229AD542F81}"/>
    <dgm:cxn modelId="{90791077-B93F-4296-9625-501B0C828A2B}" srcId="{2A370FE2-4E79-4BBB-B6B1-C922F0052202}" destId="{E913C9AB-AE08-4055-AF1A-1F9FCDBA0818}" srcOrd="1" destOrd="0" parTransId="{088750D2-5F98-4A82-B399-F87FBE6F9B6F}" sibTransId="{1848CABB-0C7F-4C20-B159-80DF0F0BA191}"/>
    <dgm:cxn modelId="{5705AF89-24D2-4DC6-A6BC-0EA00C90F2EF}" type="presOf" srcId="{2A370FE2-4E79-4BBB-B6B1-C922F0052202}" destId="{4AD7C5B5-2CA8-4F29-80B7-5C3B68E9220E}" srcOrd="0" destOrd="0" presId="urn:microsoft.com/office/officeart/2005/8/layout/chevron2"/>
    <dgm:cxn modelId="{8CA8EF9D-7E62-41A7-B1D4-F6806C1C40E4}" type="presOf" srcId="{C3FF9976-70ED-43A0-8E04-E1FC4274574D}" destId="{62C482C6-F273-4DBF-83C8-948B83FC8998}" srcOrd="0" destOrd="1" presId="urn:microsoft.com/office/officeart/2005/8/layout/chevron2"/>
    <dgm:cxn modelId="{2C872A9E-01E0-478A-92B1-C3AE622C8396}" srcId="{2A370FE2-4E79-4BBB-B6B1-C922F0052202}" destId="{0F79BBC7-0ED2-4216-B573-AF244690AEC8}" srcOrd="2" destOrd="0" parTransId="{6C7C3C9E-FD09-4A9D-AED7-20316E64FB1E}" sibTransId="{F19752C1-50BF-40ED-AC2A-AFAEE0D87D55}"/>
    <dgm:cxn modelId="{17933BA2-95A2-4916-B45F-685E0D45B2F2}" type="presOf" srcId="{3C7D4B12-5C54-4D31-A538-F4443ECFEB6D}" destId="{62C482C6-F273-4DBF-83C8-948B83FC8998}" srcOrd="0" destOrd="0" presId="urn:microsoft.com/office/officeart/2005/8/layout/chevron2"/>
    <dgm:cxn modelId="{CA30E9AE-7FE0-41FC-85D2-DC42778AE860}" type="presOf" srcId="{0F79BBC7-0ED2-4216-B573-AF244690AEC8}" destId="{DB640226-AADB-4721-95D7-36E2E2918602}" srcOrd="0" destOrd="0" presId="urn:microsoft.com/office/officeart/2005/8/layout/chevron2"/>
    <dgm:cxn modelId="{D0EE5FB7-69F4-479C-8A04-216C040404C6}" srcId="{E913C9AB-AE08-4055-AF1A-1F9FCDBA0818}" destId="{6A9C05BC-65DD-427A-9957-A1A533C65D24}" srcOrd="0" destOrd="0" parTransId="{50DE477B-6CC4-412A-864C-DBD7314E6641}" sibTransId="{E6133A8A-5BE9-4CB2-A8AA-217A03A7F718}"/>
    <dgm:cxn modelId="{AA9E37B8-A0A5-48DA-8E7E-BDE810CEC952}" type="presOf" srcId="{DD1B74A8-51F4-4091-81D9-ADB01B11AD48}" destId="{02383B04-5D4F-4FBD-9807-CB63B0F10BDF}" srcOrd="0" destOrd="1" presId="urn:microsoft.com/office/officeart/2005/8/layout/chevron2"/>
    <dgm:cxn modelId="{451F2ED3-59F7-4EB5-BDF5-886BD2B0FE31}" type="presOf" srcId="{E913C9AB-AE08-4055-AF1A-1F9FCDBA0818}" destId="{27450EED-FCD3-4EE5-A30C-5B97E184B814}" srcOrd="0" destOrd="0" presId="urn:microsoft.com/office/officeart/2005/8/layout/chevron2"/>
    <dgm:cxn modelId="{0BFD46D8-FA90-44D3-8B7A-0C64E0982DFC}" srcId="{0F79BBC7-0ED2-4216-B573-AF244690AEC8}" destId="{0EC1503A-91C3-4FEC-AD89-790F29842AB8}" srcOrd="2" destOrd="0" parTransId="{D58D9D07-52A8-4D92-8DCC-0DBF32AA6A17}" sibTransId="{B5915DDD-B805-477F-BA2B-FE22DEB02C93}"/>
    <dgm:cxn modelId="{A836E6E6-4CC6-4BCA-B4DF-A8721BE83736}" srcId="{0F79BBC7-0ED2-4216-B573-AF244690AEC8}" destId="{DD1B74A8-51F4-4091-81D9-ADB01B11AD48}" srcOrd="1" destOrd="0" parTransId="{08266F74-4B50-4FFC-9692-170E2C14CE3A}" sibTransId="{03CDA8F9-4F1A-49C7-AB9A-08BF08008C86}"/>
    <dgm:cxn modelId="{77C036E8-26D8-4B94-98AD-0B36A77F1C92}" srcId="{60FD2796-7DE4-4BF7-A73D-547BCC2D1605}" destId="{C3FF9976-70ED-43A0-8E04-E1FC4274574D}" srcOrd="1" destOrd="0" parTransId="{345AC097-F500-4BCD-B3A7-54B8D9D2D085}" sibTransId="{E5485A99-E43F-49DB-86AA-4A949549A0AD}"/>
    <dgm:cxn modelId="{0BD4E6E8-05BD-4710-A57E-9A7D141BB267}" srcId="{0F79BBC7-0ED2-4216-B573-AF244690AEC8}" destId="{09166112-16DE-47B6-ACEC-E934179B7C8A}" srcOrd="3" destOrd="0" parTransId="{C795912B-65AF-4096-97C5-404BC86DE82E}" sibTransId="{E59F6C42-D836-4AFB-AF6C-81FEC18B0768}"/>
    <dgm:cxn modelId="{6705DC51-5C7D-417B-9E46-76B2F7285F61}" type="presParOf" srcId="{4AD7C5B5-2CA8-4F29-80B7-5C3B68E9220E}" destId="{88977546-D91A-4F96-BFCF-3537CB8DBFB9}" srcOrd="0" destOrd="0" presId="urn:microsoft.com/office/officeart/2005/8/layout/chevron2"/>
    <dgm:cxn modelId="{4AEEB480-6D1B-481E-B03B-20F8095A6DD6}" type="presParOf" srcId="{88977546-D91A-4F96-BFCF-3537CB8DBFB9}" destId="{97FC5E0B-E020-43CA-9BF7-00CF3AA07777}" srcOrd="0" destOrd="0" presId="urn:microsoft.com/office/officeart/2005/8/layout/chevron2"/>
    <dgm:cxn modelId="{822BC844-56D5-4AC8-A368-A492FE9C50A7}" type="presParOf" srcId="{88977546-D91A-4F96-BFCF-3537CB8DBFB9}" destId="{62C482C6-F273-4DBF-83C8-948B83FC8998}" srcOrd="1" destOrd="0" presId="urn:microsoft.com/office/officeart/2005/8/layout/chevron2"/>
    <dgm:cxn modelId="{8757293B-DD45-4A29-8320-7F1398B03C58}" type="presParOf" srcId="{4AD7C5B5-2CA8-4F29-80B7-5C3B68E9220E}" destId="{F11FE9F0-80E8-4C73-AB34-0EF92ACBE891}" srcOrd="1" destOrd="0" presId="urn:microsoft.com/office/officeart/2005/8/layout/chevron2"/>
    <dgm:cxn modelId="{3A435903-9F82-47D3-BA33-B07B38EA5A4E}" type="presParOf" srcId="{4AD7C5B5-2CA8-4F29-80B7-5C3B68E9220E}" destId="{1496B837-A975-463C-8766-991F88455D6E}" srcOrd="2" destOrd="0" presId="urn:microsoft.com/office/officeart/2005/8/layout/chevron2"/>
    <dgm:cxn modelId="{4C421226-3F41-46E2-A2E7-82291EE554C5}" type="presParOf" srcId="{1496B837-A975-463C-8766-991F88455D6E}" destId="{27450EED-FCD3-4EE5-A30C-5B97E184B814}" srcOrd="0" destOrd="0" presId="urn:microsoft.com/office/officeart/2005/8/layout/chevron2"/>
    <dgm:cxn modelId="{0EA6A30D-6C88-4143-99F0-4D0D55B37961}" type="presParOf" srcId="{1496B837-A975-463C-8766-991F88455D6E}" destId="{4CEFCBE9-1F9C-4063-8448-AD595E341F63}" srcOrd="1" destOrd="0" presId="urn:microsoft.com/office/officeart/2005/8/layout/chevron2"/>
    <dgm:cxn modelId="{A52CBB20-6A9F-491B-89FE-4EF4DBD22F7B}" type="presParOf" srcId="{4AD7C5B5-2CA8-4F29-80B7-5C3B68E9220E}" destId="{1D438E62-5787-4061-B356-5532856A3B59}" srcOrd="3" destOrd="0" presId="urn:microsoft.com/office/officeart/2005/8/layout/chevron2"/>
    <dgm:cxn modelId="{D5A1C0A8-B21D-409A-A580-C37A3FA21F50}" type="presParOf" srcId="{4AD7C5B5-2CA8-4F29-80B7-5C3B68E9220E}" destId="{7F196195-D1FD-41BF-9CF8-5A96732886E4}" srcOrd="4" destOrd="0" presId="urn:microsoft.com/office/officeart/2005/8/layout/chevron2"/>
    <dgm:cxn modelId="{AD0C7D62-2691-4DC2-BDE6-ADBD118E4D2A}" type="presParOf" srcId="{7F196195-D1FD-41BF-9CF8-5A96732886E4}" destId="{DB640226-AADB-4721-95D7-36E2E2918602}" srcOrd="0" destOrd="0" presId="urn:microsoft.com/office/officeart/2005/8/layout/chevron2"/>
    <dgm:cxn modelId="{66243B0D-5F45-4A69-88E6-9E5C0D6D7528}" type="presParOf" srcId="{7F196195-D1FD-41BF-9CF8-5A96732886E4}" destId="{02383B04-5D4F-4FBD-9807-CB63B0F10BDF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A370FE2-4E79-4BBB-B6B1-C922F0052202}" type="doc">
      <dgm:prSet loTypeId="urn:microsoft.com/office/officeart/2005/8/layout/chevron2" loCatId="process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fr-FR"/>
        </a:p>
      </dgm:t>
    </dgm:pt>
    <dgm:pt modelId="{60FD2796-7DE4-4BF7-A73D-547BCC2D1605}">
      <dgm:prSet phldrT="[Texte]" custT="1"/>
      <dgm:spPr/>
      <dgm:t>
        <a:bodyPr/>
        <a:lstStyle/>
        <a:p>
          <a:r>
            <a:rPr lang="fr-FR" sz="1400" b="1" dirty="0">
              <a:solidFill>
                <a:schemeClr val="tx1"/>
              </a:solidFill>
            </a:rPr>
            <a:t>Transfer Learning</a:t>
          </a:r>
        </a:p>
      </dgm:t>
    </dgm:pt>
    <dgm:pt modelId="{3F630D22-7DEC-47C1-8174-78F0CA0E5346}" type="parTrans" cxnId="{3A0FC551-C867-4A0F-9DD8-7C46F21A71F7}">
      <dgm:prSet/>
      <dgm:spPr/>
      <dgm:t>
        <a:bodyPr/>
        <a:lstStyle/>
        <a:p>
          <a:endParaRPr lang="fr-FR" sz="1400"/>
        </a:p>
      </dgm:t>
    </dgm:pt>
    <dgm:pt modelId="{80AF0816-602D-4BC6-9A63-F039DBBCB5C0}" type="sibTrans" cxnId="{3A0FC551-C867-4A0F-9DD8-7C46F21A71F7}">
      <dgm:prSet/>
      <dgm:spPr/>
      <dgm:t>
        <a:bodyPr/>
        <a:lstStyle/>
        <a:p>
          <a:endParaRPr lang="fr-FR" sz="1400"/>
        </a:p>
      </dgm:t>
    </dgm:pt>
    <dgm:pt modelId="{0CAED2AC-F22A-403F-AF11-3FD918FCD6E9}">
      <dgm:prSet phldrT="[Texte]" custT="1"/>
      <dgm:spPr/>
      <dgm:t>
        <a:bodyPr/>
        <a:lstStyle/>
        <a:p>
          <a:r>
            <a:rPr lang="fr-FR" sz="1400" dirty="0"/>
            <a:t>Gèle des couches du réseau</a:t>
          </a:r>
        </a:p>
      </dgm:t>
    </dgm:pt>
    <dgm:pt modelId="{EF43CD62-11E0-4663-BB5B-39E4E30A691E}" type="parTrans" cxnId="{A92D88E2-144B-4A0D-ADE2-279C67CA1071}">
      <dgm:prSet/>
      <dgm:spPr/>
      <dgm:t>
        <a:bodyPr/>
        <a:lstStyle/>
        <a:p>
          <a:endParaRPr lang="fr-FR" sz="1400"/>
        </a:p>
      </dgm:t>
    </dgm:pt>
    <dgm:pt modelId="{04A0B255-F248-4761-BFB2-AC12C32DDE0E}" type="sibTrans" cxnId="{A92D88E2-144B-4A0D-ADE2-279C67CA1071}">
      <dgm:prSet/>
      <dgm:spPr/>
      <dgm:t>
        <a:bodyPr/>
        <a:lstStyle/>
        <a:p>
          <a:endParaRPr lang="fr-FR" sz="1400"/>
        </a:p>
      </dgm:t>
    </dgm:pt>
    <dgm:pt modelId="{6A9C05BC-65DD-427A-9957-A1A533C65D24}">
      <dgm:prSet phldrT="[Texte]" custT="1"/>
      <dgm:spPr/>
      <dgm:t>
        <a:bodyPr/>
        <a:lstStyle/>
        <a:p>
          <a:r>
            <a:rPr lang="fr-FR" sz="1400" dirty="0"/>
            <a:t>Entraîner uniquement le classifieur final</a:t>
          </a:r>
        </a:p>
      </dgm:t>
    </dgm:pt>
    <dgm:pt modelId="{50DE477B-6CC4-412A-864C-DBD7314E6641}" type="parTrans" cxnId="{D0EE5FB7-69F4-479C-8A04-216C040404C6}">
      <dgm:prSet/>
      <dgm:spPr/>
      <dgm:t>
        <a:bodyPr/>
        <a:lstStyle/>
        <a:p>
          <a:endParaRPr lang="fr-FR" sz="1400"/>
        </a:p>
      </dgm:t>
    </dgm:pt>
    <dgm:pt modelId="{E6133A8A-5BE9-4CB2-A8AA-217A03A7F718}" type="sibTrans" cxnId="{D0EE5FB7-69F4-479C-8A04-216C040404C6}">
      <dgm:prSet/>
      <dgm:spPr/>
      <dgm:t>
        <a:bodyPr/>
        <a:lstStyle/>
        <a:p>
          <a:endParaRPr lang="fr-FR" sz="1400"/>
        </a:p>
      </dgm:t>
    </dgm:pt>
    <dgm:pt modelId="{C1FABF88-9BCC-47D7-8D22-E673AD6C8F4B}">
      <dgm:prSet phldrT="[Texte]" custT="1"/>
      <dgm:spPr/>
      <dgm:t>
        <a:bodyPr/>
        <a:lstStyle/>
        <a:p>
          <a:r>
            <a:rPr lang="fr-FR" sz="1400" b="1" dirty="0" err="1"/>
            <a:t>Feature</a:t>
          </a:r>
          <a:r>
            <a:rPr lang="fr-FR" sz="1400" b="1" dirty="0"/>
            <a:t> Extraction</a:t>
          </a:r>
          <a:r>
            <a:rPr lang="fr-FR" sz="1400" dirty="0"/>
            <a:t> :</a:t>
          </a:r>
        </a:p>
      </dgm:t>
    </dgm:pt>
    <dgm:pt modelId="{04909D42-235D-4529-8433-5629A57AFABE}" type="parTrans" cxnId="{61CA685C-188A-4E60-9E15-CB7371B26ADA}">
      <dgm:prSet/>
      <dgm:spPr/>
      <dgm:t>
        <a:bodyPr/>
        <a:lstStyle/>
        <a:p>
          <a:endParaRPr lang="fr-FR" sz="1400"/>
        </a:p>
      </dgm:t>
    </dgm:pt>
    <dgm:pt modelId="{285FF4B9-7314-44D2-8213-0DD08FA9B713}" type="sibTrans" cxnId="{61CA685C-188A-4E60-9E15-CB7371B26ADA}">
      <dgm:prSet/>
      <dgm:spPr/>
      <dgm:t>
        <a:bodyPr/>
        <a:lstStyle/>
        <a:p>
          <a:endParaRPr lang="fr-FR" sz="1400"/>
        </a:p>
      </dgm:t>
    </dgm:pt>
    <dgm:pt modelId="{F2A39434-BAEE-4EEA-BE7D-259A55503527}">
      <dgm:prSet phldrT="[Texte]" custT="1"/>
      <dgm:spPr/>
      <dgm:t>
        <a:bodyPr/>
        <a:lstStyle/>
        <a:p>
          <a:r>
            <a:rPr lang="fr-FR" sz="1400" b="1" dirty="0">
              <a:solidFill>
                <a:schemeClr val="tx1"/>
              </a:solidFill>
            </a:rPr>
            <a:t>Callback</a:t>
          </a:r>
        </a:p>
      </dgm:t>
    </dgm:pt>
    <dgm:pt modelId="{68E6CD0C-8F13-41E3-8DFA-546495AFBCCE}" type="parTrans" cxnId="{2A5F59A0-B342-45A5-A8E4-6CE062E912BA}">
      <dgm:prSet/>
      <dgm:spPr/>
      <dgm:t>
        <a:bodyPr/>
        <a:lstStyle/>
        <a:p>
          <a:endParaRPr lang="fr-FR" sz="1400"/>
        </a:p>
      </dgm:t>
    </dgm:pt>
    <dgm:pt modelId="{46C8DA58-E7EA-4CF5-BF0B-0E1BFE44A4E3}" type="sibTrans" cxnId="{2A5F59A0-B342-45A5-A8E4-6CE062E912BA}">
      <dgm:prSet/>
      <dgm:spPr/>
      <dgm:t>
        <a:bodyPr/>
        <a:lstStyle/>
        <a:p>
          <a:endParaRPr lang="fr-FR" sz="1400"/>
        </a:p>
      </dgm:t>
    </dgm:pt>
    <dgm:pt modelId="{C30EDD46-C0B8-462E-8078-C82C62929B2F}">
      <dgm:prSet phldrT="[Texte]" custT="1"/>
      <dgm:spPr/>
      <dgm:t>
        <a:bodyPr/>
        <a:lstStyle/>
        <a:p>
          <a:r>
            <a:rPr lang="fr-FR" sz="1400" b="1" dirty="0" err="1">
              <a:solidFill>
                <a:schemeClr val="tx1"/>
              </a:solidFill>
            </a:rPr>
            <a:t>Early</a:t>
          </a:r>
          <a:r>
            <a:rPr lang="fr-FR" sz="1400" b="1" dirty="0">
              <a:solidFill>
                <a:schemeClr val="tx1"/>
              </a:solidFill>
            </a:rPr>
            <a:t> </a:t>
          </a:r>
          <a:r>
            <a:rPr lang="fr-FR" sz="1400" b="1" dirty="0" err="1">
              <a:solidFill>
                <a:schemeClr val="tx1"/>
              </a:solidFill>
            </a:rPr>
            <a:t>Stopping</a:t>
          </a:r>
          <a:endParaRPr lang="fr-FR" sz="1400" b="1" dirty="0">
            <a:solidFill>
              <a:schemeClr val="tx1"/>
            </a:solidFill>
          </a:endParaRPr>
        </a:p>
      </dgm:t>
    </dgm:pt>
    <dgm:pt modelId="{C70078DE-3104-47BD-8CF0-0D34DCD30BB0}" type="parTrans" cxnId="{72F9E4A1-9A9E-4165-B45B-DC26F23728DE}">
      <dgm:prSet/>
      <dgm:spPr/>
      <dgm:t>
        <a:bodyPr/>
        <a:lstStyle/>
        <a:p>
          <a:endParaRPr lang="fr-FR" sz="1400"/>
        </a:p>
      </dgm:t>
    </dgm:pt>
    <dgm:pt modelId="{A0B83444-BFAA-4698-A96F-B16F4DEE9B6C}" type="sibTrans" cxnId="{72F9E4A1-9A9E-4165-B45B-DC26F23728DE}">
      <dgm:prSet/>
      <dgm:spPr/>
      <dgm:t>
        <a:bodyPr/>
        <a:lstStyle/>
        <a:p>
          <a:endParaRPr lang="fr-FR" sz="1400"/>
        </a:p>
      </dgm:t>
    </dgm:pt>
    <dgm:pt modelId="{006057CD-43A1-4D4B-977D-098676D5A8DF}">
      <dgm:prSet phldrT="[Texte]" custT="1"/>
      <dgm:spPr/>
      <dgm:t>
        <a:bodyPr/>
        <a:lstStyle/>
        <a:p>
          <a:r>
            <a:rPr lang="fr-FR" sz="1400" dirty="0"/>
            <a:t>Surveillance de </a:t>
          </a:r>
          <a:r>
            <a:rPr lang="fr-FR" sz="1400" dirty="0" err="1"/>
            <a:t>val_</a:t>
          </a:r>
          <a:r>
            <a:rPr lang="fr-FR" sz="1400" b="1" dirty="0" err="1"/>
            <a:t>loss</a:t>
          </a:r>
          <a:r>
            <a:rPr lang="fr-FR" sz="1400" dirty="0"/>
            <a:t> (Erreur + indice de confiance)</a:t>
          </a:r>
        </a:p>
      </dgm:t>
    </dgm:pt>
    <dgm:pt modelId="{F51FF1BB-97C8-4BE6-BA1D-BEF02D0F593E}" type="parTrans" cxnId="{F91882B1-EAEE-4677-AB3B-E01363C3C56E}">
      <dgm:prSet/>
      <dgm:spPr/>
      <dgm:t>
        <a:bodyPr/>
        <a:lstStyle/>
        <a:p>
          <a:endParaRPr lang="fr-FR" sz="1400"/>
        </a:p>
      </dgm:t>
    </dgm:pt>
    <dgm:pt modelId="{20F12CF2-751A-47D8-8A79-936B18BB52C2}" type="sibTrans" cxnId="{F91882B1-EAEE-4677-AB3B-E01363C3C56E}">
      <dgm:prSet/>
      <dgm:spPr/>
      <dgm:t>
        <a:bodyPr/>
        <a:lstStyle/>
        <a:p>
          <a:endParaRPr lang="fr-FR" sz="1400"/>
        </a:p>
      </dgm:t>
    </dgm:pt>
    <dgm:pt modelId="{EA20E698-6659-4642-9EBD-9BAAB8C6AF43}">
      <dgm:prSet phldrT="[Texte]" custT="1"/>
      <dgm:spPr/>
      <dgm:t>
        <a:bodyPr/>
        <a:lstStyle/>
        <a:p>
          <a:r>
            <a:rPr lang="fr-FR" sz="1400" dirty="0"/>
            <a:t>Stoppe l’entraînement si </a:t>
          </a:r>
          <a:r>
            <a:rPr lang="fr-FR" sz="1400" dirty="0" err="1"/>
            <a:t>loss</a:t>
          </a:r>
          <a:r>
            <a:rPr lang="fr-FR" sz="1400" dirty="0"/>
            <a:t> ne progresse plus</a:t>
          </a:r>
        </a:p>
      </dgm:t>
    </dgm:pt>
    <dgm:pt modelId="{D1A34982-E58A-49D0-8CB5-1E6E6D46C986}" type="parTrans" cxnId="{404BE594-0253-4DAA-B390-E0E9C42583CA}">
      <dgm:prSet/>
      <dgm:spPr/>
      <dgm:t>
        <a:bodyPr/>
        <a:lstStyle/>
        <a:p>
          <a:endParaRPr lang="fr-FR" sz="1400"/>
        </a:p>
      </dgm:t>
    </dgm:pt>
    <dgm:pt modelId="{DA6A051F-840E-4BE9-A411-BFB1BE0276FE}" type="sibTrans" cxnId="{404BE594-0253-4DAA-B390-E0E9C42583CA}">
      <dgm:prSet/>
      <dgm:spPr/>
      <dgm:t>
        <a:bodyPr/>
        <a:lstStyle/>
        <a:p>
          <a:endParaRPr lang="fr-FR" sz="1400"/>
        </a:p>
      </dgm:t>
    </dgm:pt>
    <dgm:pt modelId="{2109A642-265A-4396-A92A-C9614F23950A}">
      <dgm:prSet phldrT="[Texte]" custT="1"/>
      <dgm:spPr/>
      <dgm:t>
        <a:bodyPr/>
        <a:lstStyle/>
        <a:p>
          <a:r>
            <a:rPr lang="fr-FR" sz="1400" dirty="0"/>
            <a:t>Sauvegarder meilleur modèle (plus faible </a:t>
          </a:r>
          <a:r>
            <a:rPr lang="fr-FR" sz="1400" b="0" dirty="0" err="1"/>
            <a:t>loss</a:t>
          </a:r>
          <a:r>
            <a:rPr lang="fr-FR" sz="1400" b="1" dirty="0"/>
            <a:t>)</a:t>
          </a:r>
          <a:r>
            <a:rPr lang="fr-FR" sz="1400" dirty="0"/>
            <a:t> </a:t>
          </a:r>
        </a:p>
      </dgm:t>
    </dgm:pt>
    <dgm:pt modelId="{3EA263FA-6500-4958-9E28-D39896E2361C}" type="parTrans" cxnId="{F0B29DFA-1482-43F3-9FF7-5A386A1984D6}">
      <dgm:prSet/>
      <dgm:spPr/>
      <dgm:t>
        <a:bodyPr/>
        <a:lstStyle/>
        <a:p>
          <a:endParaRPr lang="fr-FR" sz="1400"/>
        </a:p>
      </dgm:t>
    </dgm:pt>
    <dgm:pt modelId="{B1854198-682B-46F9-81C1-161F1B827730}" type="sibTrans" cxnId="{F0B29DFA-1482-43F3-9FF7-5A386A1984D6}">
      <dgm:prSet/>
      <dgm:spPr/>
      <dgm:t>
        <a:bodyPr/>
        <a:lstStyle/>
        <a:p>
          <a:endParaRPr lang="fr-FR" sz="1400"/>
        </a:p>
      </dgm:t>
    </dgm:pt>
    <dgm:pt modelId="{B0768542-4847-4936-A8FD-EB0204DE221C}">
      <dgm:prSet phldrT="[Texte]" custT="1"/>
      <dgm:spPr/>
      <dgm:t>
        <a:bodyPr/>
        <a:lstStyle/>
        <a:p>
          <a:r>
            <a:rPr lang="fr-FR" sz="1400" dirty="0"/>
            <a:t>Chargement du modèle pré-entraîné sur </a:t>
          </a:r>
          <a:r>
            <a:rPr lang="fr-FR" sz="1400" dirty="0" err="1"/>
            <a:t>ImageNet</a:t>
          </a:r>
          <a:endParaRPr lang="fr-FR" sz="1400" dirty="0"/>
        </a:p>
      </dgm:t>
    </dgm:pt>
    <dgm:pt modelId="{0AD6470D-9D2D-45FB-8746-BF4DD2FC0147}" type="parTrans" cxnId="{E5070C4B-BB92-48E7-997F-699646C613ED}">
      <dgm:prSet/>
      <dgm:spPr/>
      <dgm:t>
        <a:bodyPr/>
        <a:lstStyle/>
        <a:p>
          <a:endParaRPr lang="fr-FR"/>
        </a:p>
      </dgm:t>
    </dgm:pt>
    <dgm:pt modelId="{F8C93E39-5409-409C-B4A5-1926B24EA949}" type="sibTrans" cxnId="{E5070C4B-BB92-48E7-997F-699646C613ED}">
      <dgm:prSet/>
      <dgm:spPr/>
      <dgm:t>
        <a:bodyPr/>
        <a:lstStyle/>
        <a:p>
          <a:endParaRPr lang="fr-FR"/>
        </a:p>
      </dgm:t>
    </dgm:pt>
    <dgm:pt modelId="{4AD7C5B5-2CA8-4F29-80B7-5C3B68E9220E}" type="pres">
      <dgm:prSet presAssocID="{2A370FE2-4E79-4BBB-B6B1-C922F0052202}" presName="linearFlow" presStyleCnt="0">
        <dgm:presLayoutVars>
          <dgm:dir/>
          <dgm:animLvl val="lvl"/>
          <dgm:resizeHandles val="exact"/>
        </dgm:presLayoutVars>
      </dgm:prSet>
      <dgm:spPr/>
    </dgm:pt>
    <dgm:pt modelId="{88977546-D91A-4F96-BFCF-3537CB8DBFB9}" type="pres">
      <dgm:prSet presAssocID="{60FD2796-7DE4-4BF7-A73D-547BCC2D1605}" presName="composite" presStyleCnt="0"/>
      <dgm:spPr/>
    </dgm:pt>
    <dgm:pt modelId="{97FC5E0B-E020-43CA-9BF7-00CF3AA07777}" type="pres">
      <dgm:prSet presAssocID="{60FD2796-7DE4-4BF7-A73D-547BCC2D1605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62C482C6-F273-4DBF-83C8-948B83FC8998}" type="pres">
      <dgm:prSet presAssocID="{60FD2796-7DE4-4BF7-A73D-547BCC2D1605}" presName="descendantText" presStyleLbl="alignAcc1" presStyleIdx="0" presStyleCnt="3">
        <dgm:presLayoutVars>
          <dgm:bulletEnabled val="1"/>
        </dgm:presLayoutVars>
      </dgm:prSet>
      <dgm:spPr/>
    </dgm:pt>
    <dgm:pt modelId="{8BB3E036-5FAB-454E-B89C-911B9DF3E30B}" type="pres">
      <dgm:prSet presAssocID="{80AF0816-602D-4BC6-9A63-F039DBBCB5C0}" presName="sp" presStyleCnt="0"/>
      <dgm:spPr/>
    </dgm:pt>
    <dgm:pt modelId="{12066832-AC74-4FB8-8113-E7305760C874}" type="pres">
      <dgm:prSet presAssocID="{F2A39434-BAEE-4EEA-BE7D-259A55503527}" presName="composite" presStyleCnt="0"/>
      <dgm:spPr/>
    </dgm:pt>
    <dgm:pt modelId="{7CD504CC-04AA-4F73-957E-D7328694C654}" type="pres">
      <dgm:prSet presAssocID="{F2A39434-BAEE-4EEA-BE7D-259A55503527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06BD1EF8-6F66-43D3-97B5-42BF2071FA9B}" type="pres">
      <dgm:prSet presAssocID="{F2A39434-BAEE-4EEA-BE7D-259A55503527}" presName="descendantText" presStyleLbl="alignAcc1" presStyleIdx="1" presStyleCnt="3">
        <dgm:presLayoutVars>
          <dgm:bulletEnabled val="1"/>
        </dgm:presLayoutVars>
      </dgm:prSet>
      <dgm:spPr/>
    </dgm:pt>
    <dgm:pt modelId="{58A36DEE-84C7-4BA6-ADC7-D8BBB01CA846}" type="pres">
      <dgm:prSet presAssocID="{46C8DA58-E7EA-4CF5-BF0B-0E1BFE44A4E3}" presName="sp" presStyleCnt="0"/>
      <dgm:spPr/>
    </dgm:pt>
    <dgm:pt modelId="{A3CB5307-C419-44F8-B746-C9FC5D4223F0}" type="pres">
      <dgm:prSet presAssocID="{C30EDD46-C0B8-462E-8078-C82C62929B2F}" presName="composite" presStyleCnt="0"/>
      <dgm:spPr/>
    </dgm:pt>
    <dgm:pt modelId="{2FBD1055-2DD8-4938-9FD8-0FDC866F984E}" type="pres">
      <dgm:prSet presAssocID="{C30EDD46-C0B8-462E-8078-C82C62929B2F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16DA2D8E-F043-4520-9D90-2A6701944B9A}" type="pres">
      <dgm:prSet presAssocID="{C30EDD46-C0B8-462E-8078-C82C62929B2F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2BC1F707-1D13-4668-9043-0A0E18871A2A}" type="presOf" srcId="{6A9C05BC-65DD-427A-9957-A1A533C65D24}" destId="{62C482C6-F273-4DBF-83C8-948B83FC8998}" srcOrd="0" destOrd="3" presId="urn:microsoft.com/office/officeart/2005/8/layout/chevron2"/>
    <dgm:cxn modelId="{572F4E36-A807-4E7A-9E00-6FE1FAB51F6C}" type="presOf" srcId="{F2A39434-BAEE-4EEA-BE7D-259A55503527}" destId="{7CD504CC-04AA-4F73-957E-D7328694C654}" srcOrd="0" destOrd="0" presId="urn:microsoft.com/office/officeart/2005/8/layout/chevron2"/>
    <dgm:cxn modelId="{59703139-CF43-4C87-89D1-A2FEE03AD55B}" type="presOf" srcId="{60FD2796-7DE4-4BF7-A73D-547BCC2D1605}" destId="{97FC5E0B-E020-43CA-9BF7-00CF3AA07777}" srcOrd="0" destOrd="0" presId="urn:microsoft.com/office/officeart/2005/8/layout/chevron2"/>
    <dgm:cxn modelId="{61CA685C-188A-4E60-9E15-CB7371B26ADA}" srcId="{60FD2796-7DE4-4BF7-A73D-547BCC2D1605}" destId="{C1FABF88-9BCC-47D7-8D22-E673AD6C8F4B}" srcOrd="1" destOrd="0" parTransId="{04909D42-235D-4529-8433-5629A57AFABE}" sibTransId="{285FF4B9-7314-44D2-8213-0DD08FA9B713}"/>
    <dgm:cxn modelId="{1D837662-612D-476A-B8C0-28987AA9AA0D}" type="presOf" srcId="{B0768542-4847-4936-A8FD-EB0204DE221C}" destId="{62C482C6-F273-4DBF-83C8-948B83FC8998}" srcOrd="0" destOrd="0" presId="urn:microsoft.com/office/officeart/2005/8/layout/chevron2"/>
    <dgm:cxn modelId="{E5070C4B-BB92-48E7-997F-699646C613ED}" srcId="{60FD2796-7DE4-4BF7-A73D-547BCC2D1605}" destId="{B0768542-4847-4936-A8FD-EB0204DE221C}" srcOrd="0" destOrd="0" parTransId="{0AD6470D-9D2D-45FB-8746-BF4DD2FC0147}" sibTransId="{F8C93E39-5409-409C-B4A5-1926B24EA949}"/>
    <dgm:cxn modelId="{40A5BB50-7E42-4541-B85A-D29A2A318E84}" type="presOf" srcId="{0CAED2AC-F22A-403F-AF11-3FD918FCD6E9}" destId="{62C482C6-F273-4DBF-83C8-948B83FC8998}" srcOrd="0" destOrd="2" presId="urn:microsoft.com/office/officeart/2005/8/layout/chevron2"/>
    <dgm:cxn modelId="{3A0FC551-C867-4A0F-9DD8-7C46F21A71F7}" srcId="{2A370FE2-4E79-4BBB-B6B1-C922F0052202}" destId="{60FD2796-7DE4-4BF7-A73D-547BCC2D1605}" srcOrd="0" destOrd="0" parTransId="{3F630D22-7DEC-47C1-8174-78F0CA0E5346}" sibTransId="{80AF0816-602D-4BC6-9A63-F039DBBCB5C0}"/>
    <dgm:cxn modelId="{5705AF89-24D2-4DC6-A6BC-0EA00C90F2EF}" type="presOf" srcId="{2A370FE2-4E79-4BBB-B6B1-C922F0052202}" destId="{4AD7C5B5-2CA8-4F29-80B7-5C3B68E9220E}" srcOrd="0" destOrd="0" presId="urn:microsoft.com/office/officeart/2005/8/layout/chevron2"/>
    <dgm:cxn modelId="{404BE594-0253-4DAA-B390-E0E9C42583CA}" srcId="{C30EDD46-C0B8-462E-8078-C82C62929B2F}" destId="{EA20E698-6659-4642-9EBD-9BAAB8C6AF43}" srcOrd="0" destOrd="0" parTransId="{D1A34982-E58A-49D0-8CB5-1E6E6D46C986}" sibTransId="{DA6A051F-840E-4BE9-A411-BFB1BE0276FE}"/>
    <dgm:cxn modelId="{03DA4C9F-DF29-4069-9005-E11816888508}" type="presOf" srcId="{C30EDD46-C0B8-462E-8078-C82C62929B2F}" destId="{2FBD1055-2DD8-4938-9FD8-0FDC866F984E}" srcOrd="0" destOrd="0" presId="urn:microsoft.com/office/officeart/2005/8/layout/chevron2"/>
    <dgm:cxn modelId="{340D899F-849A-4DDA-B784-5FA66B3DB764}" type="presOf" srcId="{C1FABF88-9BCC-47D7-8D22-E673AD6C8F4B}" destId="{62C482C6-F273-4DBF-83C8-948B83FC8998}" srcOrd="0" destOrd="1" presId="urn:microsoft.com/office/officeart/2005/8/layout/chevron2"/>
    <dgm:cxn modelId="{2A5F59A0-B342-45A5-A8E4-6CE062E912BA}" srcId="{2A370FE2-4E79-4BBB-B6B1-C922F0052202}" destId="{F2A39434-BAEE-4EEA-BE7D-259A55503527}" srcOrd="1" destOrd="0" parTransId="{68E6CD0C-8F13-41E3-8DFA-546495AFBCCE}" sibTransId="{46C8DA58-E7EA-4CF5-BF0B-0E1BFE44A4E3}"/>
    <dgm:cxn modelId="{72F9E4A1-9A9E-4165-B45B-DC26F23728DE}" srcId="{2A370FE2-4E79-4BBB-B6B1-C922F0052202}" destId="{C30EDD46-C0B8-462E-8078-C82C62929B2F}" srcOrd="2" destOrd="0" parTransId="{C70078DE-3104-47BD-8CF0-0D34DCD30BB0}" sibTransId="{A0B83444-BFAA-4698-A96F-B16F4DEE9B6C}"/>
    <dgm:cxn modelId="{F91882B1-EAEE-4677-AB3B-E01363C3C56E}" srcId="{F2A39434-BAEE-4EEA-BE7D-259A55503527}" destId="{006057CD-43A1-4D4B-977D-098676D5A8DF}" srcOrd="0" destOrd="0" parTransId="{F51FF1BB-97C8-4BE6-BA1D-BEF02D0F593E}" sibTransId="{20F12CF2-751A-47D8-8A79-936B18BB52C2}"/>
    <dgm:cxn modelId="{D0EE5FB7-69F4-479C-8A04-216C040404C6}" srcId="{C1FABF88-9BCC-47D7-8D22-E673AD6C8F4B}" destId="{6A9C05BC-65DD-427A-9957-A1A533C65D24}" srcOrd="1" destOrd="0" parTransId="{50DE477B-6CC4-412A-864C-DBD7314E6641}" sibTransId="{E6133A8A-5BE9-4CB2-A8AA-217A03A7F718}"/>
    <dgm:cxn modelId="{201034CF-2EEB-4BC8-B441-95CD8EC50F95}" type="presOf" srcId="{2109A642-265A-4396-A92A-C9614F23950A}" destId="{06BD1EF8-6F66-43D3-97B5-42BF2071FA9B}" srcOrd="0" destOrd="1" presId="urn:microsoft.com/office/officeart/2005/8/layout/chevron2"/>
    <dgm:cxn modelId="{9914D6D7-A694-4C63-9F06-30895B148EE2}" type="presOf" srcId="{EA20E698-6659-4642-9EBD-9BAAB8C6AF43}" destId="{16DA2D8E-F043-4520-9D90-2A6701944B9A}" srcOrd="0" destOrd="0" presId="urn:microsoft.com/office/officeart/2005/8/layout/chevron2"/>
    <dgm:cxn modelId="{A92D88E2-144B-4A0D-ADE2-279C67CA1071}" srcId="{C1FABF88-9BCC-47D7-8D22-E673AD6C8F4B}" destId="{0CAED2AC-F22A-403F-AF11-3FD918FCD6E9}" srcOrd="0" destOrd="0" parTransId="{EF43CD62-11E0-4663-BB5B-39E4E30A691E}" sibTransId="{04A0B255-F248-4761-BFB2-AC12C32DDE0E}"/>
    <dgm:cxn modelId="{D85B03E4-5B18-42A6-8DB6-83FBB9389FF8}" type="presOf" srcId="{006057CD-43A1-4D4B-977D-098676D5A8DF}" destId="{06BD1EF8-6F66-43D3-97B5-42BF2071FA9B}" srcOrd="0" destOrd="0" presId="urn:microsoft.com/office/officeart/2005/8/layout/chevron2"/>
    <dgm:cxn modelId="{F0B29DFA-1482-43F3-9FF7-5A386A1984D6}" srcId="{F2A39434-BAEE-4EEA-BE7D-259A55503527}" destId="{2109A642-265A-4396-A92A-C9614F23950A}" srcOrd="1" destOrd="0" parTransId="{3EA263FA-6500-4958-9E28-D39896E2361C}" sibTransId="{B1854198-682B-46F9-81C1-161F1B827730}"/>
    <dgm:cxn modelId="{6705DC51-5C7D-417B-9E46-76B2F7285F61}" type="presParOf" srcId="{4AD7C5B5-2CA8-4F29-80B7-5C3B68E9220E}" destId="{88977546-D91A-4F96-BFCF-3537CB8DBFB9}" srcOrd="0" destOrd="0" presId="urn:microsoft.com/office/officeart/2005/8/layout/chevron2"/>
    <dgm:cxn modelId="{4AEEB480-6D1B-481E-B03B-20F8095A6DD6}" type="presParOf" srcId="{88977546-D91A-4F96-BFCF-3537CB8DBFB9}" destId="{97FC5E0B-E020-43CA-9BF7-00CF3AA07777}" srcOrd="0" destOrd="0" presId="urn:microsoft.com/office/officeart/2005/8/layout/chevron2"/>
    <dgm:cxn modelId="{822BC844-56D5-4AC8-A368-A492FE9C50A7}" type="presParOf" srcId="{88977546-D91A-4F96-BFCF-3537CB8DBFB9}" destId="{62C482C6-F273-4DBF-83C8-948B83FC8998}" srcOrd="1" destOrd="0" presId="urn:microsoft.com/office/officeart/2005/8/layout/chevron2"/>
    <dgm:cxn modelId="{B2565845-5A77-4718-9840-0D4DF59C080F}" type="presParOf" srcId="{4AD7C5B5-2CA8-4F29-80B7-5C3B68E9220E}" destId="{8BB3E036-5FAB-454E-B89C-911B9DF3E30B}" srcOrd="1" destOrd="0" presId="urn:microsoft.com/office/officeart/2005/8/layout/chevron2"/>
    <dgm:cxn modelId="{B8BDD8B8-1167-44C3-9018-C8C1A5BC3869}" type="presParOf" srcId="{4AD7C5B5-2CA8-4F29-80B7-5C3B68E9220E}" destId="{12066832-AC74-4FB8-8113-E7305760C874}" srcOrd="2" destOrd="0" presId="urn:microsoft.com/office/officeart/2005/8/layout/chevron2"/>
    <dgm:cxn modelId="{4D648BF7-1AF5-498F-BC21-9124570B928A}" type="presParOf" srcId="{12066832-AC74-4FB8-8113-E7305760C874}" destId="{7CD504CC-04AA-4F73-957E-D7328694C654}" srcOrd="0" destOrd="0" presId="urn:microsoft.com/office/officeart/2005/8/layout/chevron2"/>
    <dgm:cxn modelId="{12848C9C-778A-41E3-B89A-8F60DC902D44}" type="presParOf" srcId="{12066832-AC74-4FB8-8113-E7305760C874}" destId="{06BD1EF8-6F66-43D3-97B5-42BF2071FA9B}" srcOrd="1" destOrd="0" presId="urn:microsoft.com/office/officeart/2005/8/layout/chevron2"/>
    <dgm:cxn modelId="{3CF945E8-E4BB-451F-878A-1D42DB5D2CBA}" type="presParOf" srcId="{4AD7C5B5-2CA8-4F29-80B7-5C3B68E9220E}" destId="{58A36DEE-84C7-4BA6-ADC7-D8BBB01CA846}" srcOrd="3" destOrd="0" presId="urn:microsoft.com/office/officeart/2005/8/layout/chevron2"/>
    <dgm:cxn modelId="{DFFE1CD6-9C1D-4F56-B530-A4714FF6D298}" type="presParOf" srcId="{4AD7C5B5-2CA8-4F29-80B7-5C3B68E9220E}" destId="{A3CB5307-C419-44F8-B746-C9FC5D4223F0}" srcOrd="4" destOrd="0" presId="urn:microsoft.com/office/officeart/2005/8/layout/chevron2"/>
    <dgm:cxn modelId="{0493FAAB-B4DD-4B85-82A7-E2B9A23247AB}" type="presParOf" srcId="{A3CB5307-C419-44F8-B746-C9FC5D4223F0}" destId="{2FBD1055-2DD8-4938-9FD8-0FDC866F984E}" srcOrd="0" destOrd="0" presId="urn:microsoft.com/office/officeart/2005/8/layout/chevron2"/>
    <dgm:cxn modelId="{BE38B4CC-6DCE-4C02-AC9F-5372F7EBB91B}" type="presParOf" srcId="{A3CB5307-C419-44F8-B746-C9FC5D4223F0}" destId="{16DA2D8E-F043-4520-9D90-2A6701944B9A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3C97A9-A7FD-4776-806C-4F5B7B89D612}">
      <dsp:nvSpPr>
        <dsp:cNvPr id="0" name=""/>
        <dsp:cNvSpPr/>
      </dsp:nvSpPr>
      <dsp:spPr>
        <a:xfrm>
          <a:off x="0" y="0"/>
          <a:ext cx="107620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2028D4-1FA7-4467-AF04-97BBB13725F5}">
      <dsp:nvSpPr>
        <dsp:cNvPr id="0" name=""/>
        <dsp:cNvSpPr/>
      </dsp:nvSpPr>
      <dsp:spPr>
        <a:xfrm>
          <a:off x="0" y="0"/>
          <a:ext cx="2152406" cy="47648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 dirty="0"/>
        </a:p>
      </dsp:txBody>
      <dsp:txXfrm>
        <a:off x="0" y="0"/>
        <a:ext cx="2152406" cy="4764837"/>
      </dsp:txXfrm>
    </dsp:sp>
    <dsp:sp modelId="{E4C12C7E-CD5A-4BFC-93EF-F0FFDC011B8E}">
      <dsp:nvSpPr>
        <dsp:cNvPr id="0" name=""/>
        <dsp:cNvSpPr/>
      </dsp:nvSpPr>
      <dsp:spPr>
        <a:xfrm>
          <a:off x="2313837" y="74450"/>
          <a:ext cx="8448196" cy="1489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u="sng" kern="1200" dirty="0"/>
            <a:t>Contexte :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i="0" kern="1200" dirty="0"/>
            <a:t>"Prêt à dépenser"</a:t>
          </a:r>
          <a:r>
            <a:rPr lang="fr-FR" sz="1600" b="0" i="0" kern="1200" dirty="0"/>
            <a:t> accorde des </a:t>
          </a:r>
          <a:r>
            <a:rPr lang="fr-FR" sz="1600" b="1" i="0" kern="1200" dirty="0"/>
            <a:t>crédits</a:t>
          </a:r>
          <a:r>
            <a:rPr lang="fr-FR" sz="1600" b="0" i="0" kern="1200" dirty="0"/>
            <a:t> à des clients </a:t>
          </a:r>
          <a:r>
            <a:rPr lang="fr-FR" sz="1600" b="1" i="0" kern="1200" dirty="0"/>
            <a:t>sans historique</a:t>
          </a:r>
          <a:r>
            <a:rPr lang="fr-FR" sz="1600" b="0" i="0" kern="1200" dirty="0"/>
            <a:t>.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0" i="0" kern="1200" dirty="0"/>
            <a:t>L’entreprise </a:t>
          </a:r>
          <a:r>
            <a:rPr lang="fr-FR" sz="1600" b="1" i="0" kern="1200" dirty="0"/>
            <a:t>souhaite gagner en transparence vis-à-vis des clients et décide donc de développer un </a:t>
          </a:r>
          <a:r>
            <a:rPr lang="fr-FR" sz="1600" b="1" i="0" kern="1200" dirty="0" err="1"/>
            <a:t>dashboard</a:t>
          </a:r>
          <a:r>
            <a:rPr lang="fr-FR" sz="1600" b="1" i="0" kern="1200" dirty="0"/>
            <a:t> interactif pour que les chargés de relation client puissent expliquer de façon transparente les décisions d’octroi de crédit.</a:t>
          </a:r>
          <a:endParaRPr lang="fr-FR" sz="1600" kern="1200" dirty="0"/>
        </a:p>
      </dsp:txBody>
      <dsp:txXfrm>
        <a:off x="2313837" y="74450"/>
        <a:ext cx="8448196" cy="1489011"/>
      </dsp:txXfrm>
    </dsp:sp>
    <dsp:sp modelId="{B77F2C4D-3677-4150-8D11-AEEE7D1313B8}">
      <dsp:nvSpPr>
        <dsp:cNvPr id="0" name=""/>
        <dsp:cNvSpPr/>
      </dsp:nvSpPr>
      <dsp:spPr>
        <a:xfrm>
          <a:off x="2152406" y="1563462"/>
          <a:ext cx="860962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E08BB8-1B02-4177-AC4D-1B31E44F2E8E}">
      <dsp:nvSpPr>
        <dsp:cNvPr id="0" name=""/>
        <dsp:cNvSpPr/>
      </dsp:nvSpPr>
      <dsp:spPr>
        <a:xfrm>
          <a:off x="2313837" y="1637912"/>
          <a:ext cx="8448196" cy="1489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u="sng" kern="1200" dirty="0"/>
            <a:t>Objectifs :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i="0" kern="1200" dirty="0"/>
            <a:t>- Utiliser l’API pour faire un </a:t>
          </a:r>
          <a:r>
            <a:rPr lang="fr-FR" sz="1600" b="1" i="0" kern="1200" dirty="0" err="1"/>
            <a:t>dashbord</a:t>
          </a:r>
          <a:r>
            <a:rPr lang="fr-FR" sz="1600" b="1" i="0" kern="1200" dirty="0"/>
            <a:t> interactif capable d’expliquer le score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i="0" kern="1200" dirty="0"/>
            <a:t>- Assurer une veille technique: : Présenter un état de l’art</a:t>
          </a:r>
        </a:p>
      </dsp:txBody>
      <dsp:txXfrm>
        <a:off x="2313837" y="1637912"/>
        <a:ext cx="8448196" cy="1489011"/>
      </dsp:txXfrm>
    </dsp:sp>
    <dsp:sp modelId="{E7B41594-A659-4D96-B1F2-B1C8930BBAE3}">
      <dsp:nvSpPr>
        <dsp:cNvPr id="0" name=""/>
        <dsp:cNvSpPr/>
      </dsp:nvSpPr>
      <dsp:spPr>
        <a:xfrm>
          <a:off x="2152406" y="3126924"/>
          <a:ext cx="860962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6FB7BB-F280-4F56-B5C0-0970C7C56368}">
      <dsp:nvSpPr>
        <dsp:cNvPr id="0" name=""/>
        <dsp:cNvSpPr/>
      </dsp:nvSpPr>
      <dsp:spPr>
        <a:xfrm>
          <a:off x="2313837" y="3201374"/>
          <a:ext cx="8448196" cy="1489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u="sng" kern="1200" dirty="0"/>
            <a:t>Data</a:t>
          </a:r>
          <a:r>
            <a:rPr lang="fr-FR" sz="1600" u="sng" kern="1200" dirty="0"/>
            <a:t>: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i="0" kern="1200" dirty="0"/>
            <a:t>- </a:t>
          </a:r>
          <a:r>
            <a:rPr lang="fr-FR" sz="1600" b="1" i="0" kern="1200" dirty="0" err="1"/>
            <a:t>Dataset</a:t>
          </a:r>
          <a:r>
            <a:rPr lang="fr-FR" sz="1600" b="0" i="0" kern="1200" dirty="0"/>
            <a:t> : </a:t>
          </a:r>
          <a:r>
            <a:rPr lang="fr-FR" sz="1600" b="0" i="0" kern="1200" dirty="0">
              <a:hlinkClick xmlns:r="http://schemas.openxmlformats.org/officeDocument/2006/relationships" r:id="rId1"/>
            </a:rPr>
            <a:t>Home </a:t>
          </a:r>
          <a:r>
            <a:rPr lang="fr-FR" sz="1600" b="0" i="0" kern="1200" dirty="0" err="1">
              <a:hlinkClick xmlns:r="http://schemas.openxmlformats.org/officeDocument/2006/relationships" r:id="rId1"/>
            </a:rPr>
            <a:t>Credit</a:t>
          </a:r>
          <a:r>
            <a:rPr lang="fr-FR" sz="1600" b="0" i="0" kern="1200" dirty="0">
              <a:hlinkClick xmlns:r="http://schemas.openxmlformats.org/officeDocument/2006/relationships" r:id="rId1"/>
            </a:rPr>
            <a:t> </a:t>
          </a:r>
          <a:r>
            <a:rPr lang="fr-FR" sz="1600" b="0" i="0" kern="1200" dirty="0" err="1">
              <a:hlinkClick xmlns:r="http://schemas.openxmlformats.org/officeDocument/2006/relationships" r:id="rId1"/>
            </a:rPr>
            <a:t>Kaggle</a:t>
          </a:r>
          <a:r>
            <a:rPr lang="fr-FR" sz="1600" b="0" i="0" kern="1200" dirty="0"/>
            <a:t>.</a:t>
          </a:r>
          <a:endParaRPr lang="fr-FR" sz="1600" u="sng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i="0" kern="1200" dirty="0"/>
            <a:t>- API du projet précédent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i="0" kern="1200" dirty="0"/>
            <a:t>- Nécessaires au fonctionnement de l’API (modèle, pipeline…)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 dirty="0"/>
        </a:p>
      </dsp:txBody>
      <dsp:txXfrm>
        <a:off x="2313837" y="3201374"/>
        <a:ext cx="8448196" cy="1489011"/>
      </dsp:txXfrm>
    </dsp:sp>
    <dsp:sp modelId="{0EA8DF1D-7ED5-43FB-8BC9-43E859D9B83D}">
      <dsp:nvSpPr>
        <dsp:cNvPr id="0" name=""/>
        <dsp:cNvSpPr/>
      </dsp:nvSpPr>
      <dsp:spPr>
        <a:xfrm>
          <a:off x="2152406" y="4690386"/>
          <a:ext cx="860962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02B9E3-7ACB-4C45-98E6-6B65C42EAE51}">
      <dsp:nvSpPr>
        <dsp:cNvPr id="0" name=""/>
        <dsp:cNvSpPr/>
      </dsp:nvSpPr>
      <dsp:spPr>
        <a:xfrm>
          <a:off x="0" y="1092340"/>
          <a:ext cx="1802608" cy="9013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fr-FR" sz="1200" b="1" u="sng" kern="1200"/>
            <a:t>Sélection du client :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fr-FR" sz="1200" kern="1200"/>
            <a:t>Score + décision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fr-FR" sz="1200" kern="1200"/>
            <a:t>Où se situe le client par rapport au seuil</a:t>
          </a:r>
          <a:endParaRPr lang="fr-FR" sz="1200" kern="1200" dirty="0"/>
        </a:p>
      </dsp:txBody>
      <dsp:txXfrm>
        <a:off x="26398" y="1118738"/>
        <a:ext cx="1749812" cy="848508"/>
      </dsp:txXfrm>
    </dsp:sp>
    <dsp:sp modelId="{9EF140C7-3692-46BF-AE30-2CEBA5035F4E}">
      <dsp:nvSpPr>
        <dsp:cNvPr id="0" name=""/>
        <dsp:cNvSpPr/>
      </dsp:nvSpPr>
      <dsp:spPr>
        <a:xfrm rot="18414104">
          <a:off x="1561212" y="1040838"/>
          <a:ext cx="1208318" cy="38056"/>
        </a:xfrm>
        <a:custGeom>
          <a:avLst/>
          <a:gdLst/>
          <a:ahLst/>
          <a:cxnLst/>
          <a:rect l="0" t="0" r="0" b="0"/>
          <a:pathLst>
            <a:path>
              <a:moveTo>
                <a:pt x="0" y="19028"/>
              </a:moveTo>
              <a:lnTo>
                <a:pt x="1208318" y="19028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2135164" y="1029659"/>
        <a:ext cx="60415" cy="60415"/>
      </dsp:txXfrm>
    </dsp:sp>
    <dsp:sp modelId="{35A5A791-1F2E-4E41-A042-5E98BE632A30}">
      <dsp:nvSpPr>
        <dsp:cNvPr id="0" name=""/>
        <dsp:cNvSpPr/>
      </dsp:nvSpPr>
      <dsp:spPr>
        <a:xfrm>
          <a:off x="2528136" y="126088"/>
          <a:ext cx="1802608" cy="9013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u="sng" kern="1200"/>
            <a:t>Influence des variables</a:t>
          </a:r>
          <a:endParaRPr lang="fr-FR" sz="1200" kern="1200" dirty="0"/>
        </a:p>
      </dsp:txBody>
      <dsp:txXfrm>
        <a:off x="2554534" y="152486"/>
        <a:ext cx="1749812" cy="848508"/>
      </dsp:txXfrm>
    </dsp:sp>
    <dsp:sp modelId="{E2B59193-C0C5-476F-8C40-64D1DC25B642}">
      <dsp:nvSpPr>
        <dsp:cNvPr id="0" name=""/>
        <dsp:cNvSpPr/>
      </dsp:nvSpPr>
      <dsp:spPr>
        <a:xfrm>
          <a:off x="4330744" y="557712"/>
          <a:ext cx="721043" cy="38056"/>
        </a:xfrm>
        <a:custGeom>
          <a:avLst/>
          <a:gdLst/>
          <a:ahLst/>
          <a:cxnLst/>
          <a:rect l="0" t="0" r="0" b="0"/>
          <a:pathLst>
            <a:path>
              <a:moveTo>
                <a:pt x="0" y="19028"/>
              </a:moveTo>
              <a:lnTo>
                <a:pt x="721043" y="19028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4673240" y="558714"/>
        <a:ext cx="36052" cy="36052"/>
      </dsp:txXfrm>
    </dsp:sp>
    <dsp:sp modelId="{451080FC-B78C-47C4-8FAF-A98670E80F1C}">
      <dsp:nvSpPr>
        <dsp:cNvPr id="0" name=""/>
        <dsp:cNvSpPr/>
      </dsp:nvSpPr>
      <dsp:spPr>
        <a:xfrm>
          <a:off x="5051787" y="126088"/>
          <a:ext cx="1802608" cy="9013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Visualisation du </a:t>
          </a:r>
          <a:r>
            <a:rPr lang="fr-FR" sz="1200" kern="1200" dirty="0" err="1"/>
            <a:t>watterfall</a:t>
          </a:r>
          <a:r>
            <a:rPr lang="fr-FR" sz="1200" kern="1200" dirty="0"/>
            <a:t> SHAP</a:t>
          </a:r>
        </a:p>
      </dsp:txBody>
      <dsp:txXfrm>
        <a:off x="5078185" y="152486"/>
        <a:ext cx="1749812" cy="848508"/>
      </dsp:txXfrm>
    </dsp:sp>
    <dsp:sp modelId="{40F1B365-7771-4D1C-A246-E118C6F4EA6E}">
      <dsp:nvSpPr>
        <dsp:cNvPr id="0" name=""/>
        <dsp:cNvSpPr/>
      </dsp:nvSpPr>
      <dsp:spPr>
        <a:xfrm rot="2966274">
          <a:off x="1607506" y="1947775"/>
          <a:ext cx="1115730" cy="38056"/>
        </a:xfrm>
        <a:custGeom>
          <a:avLst/>
          <a:gdLst/>
          <a:ahLst/>
          <a:cxnLst/>
          <a:rect l="0" t="0" r="0" b="0"/>
          <a:pathLst>
            <a:path>
              <a:moveTo>
                <a:pt x="0" y="19028"/>
              </a:moveTo>
              <a:lnTo>
                <a:pt x="1115730" y="19028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2137479" y="1938910"/>
        <a:ext cx="55786" cy="55786"/>
      </dsp:txXfrm>
    </dsp:sp>
    <dsp:sp modelId="{37470381-0623-46C1-A3F9-177ED95A00B1}">
      <dsp:nvSpPr>
        <dsp:cNvPr id="0" name=""/>
        <dsp:cNvSpPr/>
      </dsp:nvSpPr>
      <dsp:spPr>
        <a:xfrm>
          <a:off x="2528136" y="1939963"/>
          <a:ext cx="1802608" cy="9013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u="sng" kern="1200"/>
            <a:t>Analyse des variables</a:t>
          </a:r>
          <a:endParaRPr lang="fr-FR" sz="1200" kern="1200" dirty="0"/>
        </a:p>
      </dsp:txBody>
      <dsp:txXfrm>
        <a:off x="2554534" y="1966361"/>
        <a:ext cx="1749812" cy="848508"/>
      </dsp:txXfrm>
    </dsp:sp>
    <dsp:sp modelId="{C9005610-54F9-42C1-B286-590B679440EE}">
      <dsp:nvSpPr>
        <dsp:cNvPr id="0" name=""/>
        <dsp:cNvSpPr/>
      </dsp:nvSpPr>
      <dsp:spPr>
        <a:xfrm rot="18770822">
          <a:off x="4161121" y="1982899"/>
          <a:ext cx="1060290" cy="38056"/>
        </a:xfrm>
        <a:custGeom>
          <a:avLst/>
          <a:gdLst/>
          <a:ahLst/>
          <a:cxnLst/>
          <a:rect l="0" t="0" r="0" b="0"/>
          <a:pathLst>
            <a:path>
              <a:moveTo>
                <a:pt x="0" y="19028"/>
              </a:moveTo>
              <a:lnTo>
                <a:pt x="1060290" y="19028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4664759" y="1975420"/>
        <a:ext cx="53014" cy="53014"/>
      </dsp:txXfrm>
    </dsp:sp>
    <dsp:sp modelId="{17633434-07A1-4533-B2C5-67900798B509}">
      <dsp:nvSpPr>
        <dsp:cNvPr id="0" name=""/>
        <dsp:cNvSpPr/>
      </dsp:nvSpPr>
      <dsp:spPr>
        <a:xfrm>
          <a:off x="5051787" y="1162588"/>
          <a:ext cx="1802608" cy="9013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u="sng" kern="1200"/>
            <a:t>Client vs population</a:t>
          </a:r>
          <a:endParaRPr lang="fr-FR" sz="1200" kern="1200" dirty="0"/>
        </a:p>
      </dsp:txBody>
      <dsp:txXfrm>
        <a:off x="5078185" y="1188986"/>
        <a:ext cx="1749812" cy="848508"/>
      </dsp:txXfrm>
    </dsp:sp>
    <dsp:sp modelId="{AFA3C283-4B40-4AC4-8085-82116899C89F}">
      <dsp:nvSpPr>
        <dsp:cNvPr id="0" name=""/>
        <dsp:cNvSpPr/>
      </dsp:nvSpPr>
      <dsp:spPr>
        <a:xfrm>
          <a:off x="6854396" y="1594212"/>
          <a:ext cx="721043" cy="38056"/>
        </a:xfrm>
        <a:custGeom>
          <a:avLst/>
          <a:gdLst/>
          <a:ahLst/>
          <a:cxnLst/>
          <a:rect l="0" t="0" r="0" b="0"/>
          <a:pathLst>
            <a:path>
              <a:moveTo>
                <a:pt x="0" y="19028"/>
              </a:moveTo>
              <a:lnTo>
                <a:pt x="721043" y="19028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7196891" y="1595214"/>
        <a:ext cx="36052" cy="36052"/>
      </dsp:txXfrm>
    </dsp:sp>
    <dsp:sp modelId="{4E8A35E0-A2FD-4B11-841F-9D1B05DD7E7F}">
      <dsp:nvSpPr>
        <dsp:cNvPr id="0" name=""/>
        <dsp:cNvSpPr/>
      </dsp:nvSpPr>
      <dsp:spPr>
        <a:xfrm>
          <a:off x="7575439" y="1162588"/>
          <a:ext cx="1802608" cy="9013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/>
            <a:t>Analyse du top 10 </a:t>
          </a:r>
          <a:r>
            <a:rPr lang="fr-FR" sz="1200" kern="1200"/>
            <a:t>des variables les plus influentes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Niveau d’influence client/population </a:t>
          </a:r>
          <a:endParaRPr lang="fr-FR" sz="1200" kern="1200" dirty="0"/>
        </a:p>
      </dsp:txBody>
      <dsp:txXfrm>
        <a:off x="7601837" y="1188986"/>
        <a:ext cx="1749812" cy="848508"/>
      </dsp:txXfrm>
    </dsp:sp>
    <dsp:sp modelId="{6A47962E-D881-4E05-843D-22B79CD8B72D}">
      <dsp:nvSpPr>
        <dsp:cNvPr id="0" name=""/>
        <dsp:cNvSpPr/>
      </dsp:nvSpPr>
      <dsp:spPr>
        <a:xfrm rot="2829178">
          <a:off x="4161121" y="2760274"/>
          <a:ext cx="1060290" cy="38056"/>
        </a:xfrm>
        <a:custGeom>
          <a:avLst/>
          <a:gdLst/>
          <a:ahLst/>
          <a:cxnLst/>
          <a:rect l="0" t="0" r="0" b="0"/>
          <a:pathLst>
            <a:path>
              <a:moveTo>
                <a:pt x="0" y="19028"/>
              </a:moveTo>
              <a:lnTo>
                <a:pt x="1060290" y="19028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4664759" y="2752795"/>
        <a:ext cx="53014" cy="53014"/>
      </dsp:txXfrm>
    </dsp:sp>
    <dsp:sp modelId="{691B895C-5DFF-4A13-8E7F-19229B731E1D}">
      <dsp:nvSpPr>
        <dsp:cNvPr id="0" name=""/>
        <dsp:cNvSpPr/>
      </dsp:nvSpPr>
      <dsp:spPr>
        <a:xfrm>
          <a:off x="5051787" y="2717338"/>
          <a:ext cx="1802608" cy="9013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u="sng" kern="1200"/>
            <a:t>Analyse par variables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- Choix d’une variable parmi le top 10 client et top 20 population</a:t>
          </a:r>
          <a:endParaRPr lang="fr-FR" sz="1200" kern="1200" dirty="0"/>
        </a:p>
      </dsp:txBody>
      <dsp:txXfrm>
        <a:off x="5078185" y="2743736"/>
        <a:ext cx="1749812" cy="848508"/>
      </dsp:txXfrm>
    </dsp:sp>
    <dsp:sp modelId="{B0C6C47C-13BE-4BBB-9D4E-D80729CEC4E8}">
      <dsp:nvSpPr>
        <dsp:cNvPr id="0" name=""/>
        <dsp:cNvSpPr/>
      </dsp:nvSpPr>
      <dsp:spPr>
        <a:xfrm rot="19457599">
          <a:off x="6770933" y="2889836"/>
          <a:ext cx="887967" cy="38056"/>
        </a:xfrm>
        <a:custGeom>
          <a:avLst/>
          <a:gdLst/>
          <a:ahLst/>
          <a:cxnLst/>
          <a:rect l="0" t="0" r="0" b="0"/>
          <a:pathLst>
            <a:path>
              <a:moveTo>
                <a:pt x="0" y="19028"/>
              </a:moveTo>
              <a:lnTo>
                <a:pt x="887967" y="19028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7192718" y="2886666"/>
        <a:ext cx="44398" cy="44398"/>
      </dsp:txXfrm>
    </dsp:sp>
    <dsp:sp modelId="{23D60EC3-2D7D-492C-AD1B-6CE96E3B05B4}">
      <dsp:nvSpPr>
        <dsp:cNvPr id="0" name=""/>
        <dsp:cNvSpPr/>
      </dsp:nvSpPr>
      <dsp:spPr>
        <a:xfrm>
          <a:off x="7575439" y="2199088"/>
          <a:ext cx="1802608" cy="9013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Affichage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Valeur client vs distribution de la population</a:t>
          </a:r>
          <a:endParaRPr lang="fr-FR" sz="1200" kern="1200" dirty="0"/>
        </a:p>
      </dsp:txBody>
      <dsp:txXfrm>
        <a:off x="7601837" y="2225486"/>
        <a:ext cx="1749812" cy="848508"/>
      </dsp:txXfrm>
    </dsp:sp>
    <dsp:sp modelId="{9C811AB4-7297-4DC7-944E-3B4CB057DF43}">
      <dsp:nvSpPr>
        <dsp:cNvPr id="0" name=""/>
        <dsp:cNvSpPr/>
      </dsp:nvSpPr>
      <dsp:spPr>
        <a:xfrm rot="2142401">
          <a:off x="6770933" y="3408086"/>
          <a:ext cx="887967" cy="38056"/>
        </a:xfrm>
        <a:custGeom>
          <a:avLst/>
          <a:gdLst/>
          <a:ahLst/>
          <a:cxnLst/>
          <a:rect l="0" t="0" r="0" b="0"/>
          <a:pathLst>
            <a:path>
              <a:moveTo>
                <a:pt x="0" y="19028"/>
              </a:moveTo>
              <a:lnTo>
                <a:pt x="887967" y="19028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7192718" y="3404915"/>
        <a:ext cx="44398" cy="44398"/>
      </dsp:txXfrm>
    </dsp:sp>
    <dsp:sp modelId="{073FA997-7CFB-4C7F-AFEA-A9EF1C7922F4}">
      <dsp:nvSpPr>
        <dsp:cNvPr id="0" name=""/>
        <dsp:cNvSpPr/>
      </dsp:nvSpPr>
      <dsp:spPr>
        <a:xfrm>
          <a:off x="7575439" y="3235588"/>
          <a:ext cx="1802608" cy="9013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u="sng" kern="1200"/>
            <a:t>Modification de la variable </a:t>
          </a:r>
          <a:endParaRPr lang="fr-FR" sz="1200" kern="1200" dirty="0"/>
        </a:p>
      </dsp:txBody>
      <dsp:txXfrm>
        <a:off x="7601837" y="3261986"/>
        <a:ext cx="1749812" cy="848508"/>
      </dsp:txXfrm>
    </dsp:sp>
    <dsp:sp modelId="{AD130AF5-AE7B-49B4-A363-E073BFA314CC}">
      <dsp:nvSpPr>
        <dsp:cNvPr id="0" name=""/>
        <dsp:cNvSpPr/>
      </dsp:nvSpPr>
      <dsp:spPr>
        <a:xfrm>
          <a:off x="9378047" y="3667211"/>
          <a:ext cx="721043" cy="38056"/>
        </a:xfrm>
        <a:custGeom>
          <a:avLst/>
          <a:gdLst/>
          <a:ahLst/>
          <a:cxnLst/>
          <a:rect l="0" t="0" r="0" b="0"/>
          <a:pathLst>
            <a:path>
              <a:moveTo>
                <a:pt x="0" y="19028"/>
              </a:moveTo>
              <a:lnTo>
                <a:pt x="721043" y="19028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9720543" y="3668213"/>
        <a:ext cx="36052" cy="36052"/>
      </dsp:txXfrm>
    </dsp:sp>
    <dsp:sp modelId="{45C60A2A-2523-469D-A300-ACE1BA4CD702}">
      <dsp:nvSpPr>
        <dsp:cNvPr id="0" name=""/>
        <dsp:cNvSpPr/>
      </dsp:nvSpPr>
      <dsp:spPr>
        <a:xfrm>
          <a:off x="10099090" y="3235588"/>
          <a:ext cx="1802608" cy="9013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Affichage du nouveau score + décision</a:t>
          </a:r>
          <a:endParaRPr lang="fr-FR" sz="1200" kern="1200" dirty="0"/>
        </a:p>
      </dsp:txBody>
      <dsp:txXfrm>
        <a:off x="10125488" y="3261986"/>
        <a:ext cx="1749812" cy="84850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CEA52-B908-42FF-9C95-C9BFA99CE4FC}">
      <dsp:nvSpPr>
        <dsp:cNvPr id="0" name=""/>
        <dsp:cNvSpPr/>
      </dsp:nvSpPr>
      <dsp:spPr>
        <a:xfrm>
          <a:off x="4857" y="767160"/>
          <a:ext cx="1862137" cy="7448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u="sng" kern="1200" dirty="0"/>
            <a:t>Sélection du client </a:t>
          </a:r>
          <a:endParaRPr lang="fr-FR" sz="1400" kern="1200" dirty="0"/>
        </a:p>
      </dsp:txBody>
      <dsp:txXfrm>
        <a:off x="4857" y="767160"/>
        <a:ext cx="1862137" cy="744855"/>
      </dsp:txXfrm>
    </dsp:sp>
    <dsp:sp modelId="{E6F79FEE-FB18-4217-9535-843CC9AEA836}">
      <dsp:nvSpPr>
        <dsp:cNvPr id="0" name=""/>
        <dsp:cNvSpPr/>
      </dsp:nvSpPr>
      <dsp:spPr>
        <a:xfrm>
          <a:off x="4857" y="1512015"/>
          <a:ext cx="1862137" cy="285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Sélectionner un client à partir de son identifiant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400" kern="1200" dirty="0"/>
        </a:p>
        <a:p>
          <a:pPr marL="114300" lvl="1" indent="-114300" algn="ctr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b="1" kern="1200" dirty="0"/>
            <a:t>Accès rapide au dossier client à analyser.</a:t>
          </a:r>
        </a:p>
      </dsp:txBody>
      <dsp:txXfrm>
        <a:off x="4857" y="1512015"/>
        <a:ext cx="1862137" cy="2854800"/>
      </dsp:txXfrm>
    </dsp:sp>
    <dsp:sp modelId="{C927F9F1-3EC8-48E2-95DC-F946824DEB0D}">
      <dsp:nvSpPr>
        <dsp:cNvPr id="0" name=""/>
        <dsp:cNvSpPr/>
      </dsp:nvSpPr>
      <dsp:spPr>
        <a:xfrm>
          <a:off x="2127694" y="767160"/>
          <a:ext cx="1862137" cy="7448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u="sng" kern="1200" dirty="0"/>
            <a:t>Consultation du score de risque </a:t>
          </a:r>
          <a:endParaRPr lang="fr-FR" sz="1400" kern="1200" dirty="0"/>
        </a:p>
      </dsp:txBody>
      <dsp:txXfrm>
        <a:off x="2127694" y="767160"/>
        <a:ext cx="1862137" cy="744855"/>
      </dsp:txXfrm>
    </dsp:sp>
    <dsp:sp modelId="{E5234E37-730F-48BA-82D6-4347C6119D78}">
      <dsp:nvSpPr>
        <dsp:cNvPr id="0" name=""/>
        <dsp:cNvSpPr/>
      </dsp:nvSpPr>
      <dsp:spPr>
        <a:xfrm>
          <a:off x="2127694" y="1512015"/>
          <a:ext cx="1862137" cy="285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Probabilité de défaut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Seuil de décision métier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Ecart au seuil,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Jauge visuelle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Décision automatique ACCORD/REFUS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b="1" kern="1200" dirty="0"/>
            <a:t>Observer  rapidement la situation du client</a:t>
          </a:r>
          <a:endParaRPr lang="fr-FR" sz="1400" kern="1200" dirty="0"/>
        </a:p>
      </dsp:txBody>
      <dsp:txXfrm>
        <a:off x="2127694" y="1512015"/>
        <a:ext cx="1862137" cy="2854800"/>
      </dsp:txXfrm>
    </dsp:sp>
    <dsp:sp modelId="{EC0512D1-C351-441A-95A7-EFCAEE02D52F}">
      <dsp:nvSpPr>
        <dsp:cNvPr id="0" name=""/>
        <dsp:cNvSpPr/>
      </dsp:nvSpPr>
      <dsp:spPr>
        <a:xfrm>
          <a:off x="4250531" y="767160"/>
          <a:ext cx="1862137" cy="7448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u="sng" kern="1200" dirty="0"/>
            <a:t>Compréhension de la décision </a:t>
          </a:r>
          <a:endParaRPr lang="fr-FR" sz="1400" kern="1200" dirty="0"/>
        </a:p>
      </dsp:txBody>
      <dsp:txXfrm>
        <a:off x="4250531" y="767160"/>
        <a:ext cx="1862137" cy="744855"/>
      </dsp:txXfrm>
    </dsp:sp>
    <dsp:sp modelId="{F6EE0DE2-4458-43C8-AE48-F96D901ACE2E}">
      <dsp:nvSpPr>
        <dsp:cNvPr id="0" name=""/>
        <dsp:cNvSpPr/>
      </dsp:nvSpPr>
      <dsp:spPr>
        <a:xfrm>
          <a:off x="4250531" y="1512015"/>
          <a:ext cx="1862137" cy="285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Les 10 variables qui contribuent le plus à augmenter ou diminuer le score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Leurs valeurs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Contribution dans la décision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b="1" kern="1200" dirty="0"/>
            <a:t>Comprendre le score, justifier la décision</a:t>
          </a:r>
          <a:endParaRPr lang="fr-FR" sz="1400" kern="1200" dirty="0"/>
        </a:p>
      </dsp:txBody>
      <dsp:txXfrm>
        <a:off x="4250531" y="1512015"/>
        <a:ext cx="1862137" cy="2854800"/>
      </dsp:txXfrm>
    </dsp:sp>
    <dsp:sp modelId="{89B8A535-CADB-4C18-BE1E-AC94DDB291AB}">
      <dsp:nvSpPr>
        <dsp:cNvPr id="0" name=""/>
        <dsp:cNvSpPr/>
      </dsp:nvSpPr>
      <dsp:spPr>
        <a:xfrm>
          <a:off x="6373368" y="767160"/>
          <a:ext cx="1862137" cy="7448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u="sng" kern="1200" dirty="0">
              <a:solidFill>
                <a:prstClr val="white"/>
              </a:solidFill>
              <a:latin typeface="Tw Cen MT" panose="020B0602020104020603"/>
              <a:ea typeface="+mn-ea"/>
              <a:cs typeface="+mn-cs"/>
            </a:rPr>
            <a:t>Comparaison avec l’importance globale</a:t>
          </a:r>
        </a:p>
      </dsp:txBody>
      <dsp:txXfrm>
        <a:off x="6373368" y="767160"/>
        <a:ext cx="1862137" cy="744855"/>
      </dsp:txXfrm>
    </dsp:sp>
    <dsp:sp modelId="{42B8DB2E-5013-4934-9C15-807AD20ABE60}">
      <dsp:nvSpPr>
        <dsp:cNvPr id="0" name=""/>
        <dsp:cNvSpPr/>
      </dsp:nvSpPr>
      <dsp:spPr>
        <a:xfrm>
          <a:off x="6373368" y="1512015"/>
          <a:ext cx="1862137" cy="285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Valeur du client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Position par rapport à la distribution globale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b="0" kern="1200" dirty="0"/>
            <a:t>Les variables sont-elles spécifiques au client ou structurellement importantes</a:t>
          </a:r>
          <a:endParaRPr lang="fr-FR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b="1" kern="1200" dirty="0"/>
            <a:t>Contextualiser les caractéristiques du client</a:t>
          </a:r>
          <a:endParaRPr lang="fr-FR" sz="1400" kern="1200" dirty="0"/>
        </a:p>
      </dsp:txBody>
      <dsp:txXfrm>
        <a:off x="6373368" y="1512015"/>
        <a:ext cx="1862137" cy="2854800"/>
      </dsp:txXfrm>
    </dsp:sp>
    <dsp:sp modelId="{06B98E27-51A3-4624-849E-ADA9BEF50B16}">
      <dsp:nvSpPr>
        <dsp:cNvPr id="0" name=""/>
        <dsp:cNvSpPr/>
      </dsp:nvSpPr>
      <dsp:spPr>
        <a:xfrm>
          <a:off x="8496204" y="767160"/>
          <a:ext cx="1862137" cy="7448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u="sng" kern="1200" dirty="0"/>
            <a:t>Simulation de modification </a:t>
          </a:r>
          <a:endParaRPr lang="fr-FR" sz="1400" kern="1200" dirty="0"/>
        </a:p>
      </dsp:txBody>
      <dsp:txXfrm>
        <a:off x="8496204" y="767160"/>
        <a:ext cx="1862137" cy="744855"/>
      </dsp:txXfrm>
    </dsp:sp>
    <dsp:sp modelId="{A1981E43-12E4-4F92-A88B-E198F2DCD473}">
      <dsp:nvSpPr>
        <dsp:cNvPr id="0" name=""/>
        <dsp:cNvSpPr/>
      </dsp:nvSpPr>
      <dsp:spPr>
        <a:xfrm>
          <a:off x="8496204" y="1512015"/>
          <a:ext cx="1862137" cy="285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Modifier la valeur d’une variable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Score simuler VS score initial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b="1" kern="1200" dirty="0"/>
            <a:t>Tester des scénarios</a:t>
          </a:r>
          <a:endParaRPr lang="fr-FR" sz="1400" kern="1200" dirty="0"/>
        </a:p>
      </dsp:txBody>
      <dsp:txXfrm>
        <a:off x="8496204" y="1512015"/>
        <a:ext cx="1862137" cy="28548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E7F0E9-7742-4BB2-95B8-CBC5E4A427A1}">
      <dsp:nvSpPr>
        <dsp:cNvPr id="0" name=""/>
        <dsp:cNvSpPr/>
      </dsp:nvSpPr>
      <dsp:spPr>
        <a:xfrm rot="5400000">
          <a:off x="-323047" y="324902"/>
          <a:ext cx="2153648" cy="1507553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2017</a:t>
          </a:r>
        </a:p>
      </dsp:txBody>
      <dsp:txXfrm rot="-5400000">
        <a:off x="1" y="755632"/>
        <a:ext cx="1507553" cy="646095"/>
      </dsp:txXfrm>
    </dsp:sp>
    <dsp:sp modelId="{D3F8278A-E18C-4317-BD07-C5E96782AEBB}">
      <dsp:nvSpPr>
        <dsp:cNvPr id="0" name=""/>
        <dsp:cNvSpPr/>
      </dsp:nvSpPr>
      <dsp:spPr>
        <a:xfrm rot="5400000">
          <a:off x="3528946" y="-2019536"/>
          <a:ext cx="1399871" cy="544265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b="1" kern="1200" dirty="0"/>
            <a:t>Transformer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w Cen MT" panose="020B0602020104020603"/>
              <a:ea typeface="+mn-ea"/>
              <a:cs typeface="+mn-cs"/>
            </a:rPr>
            <a:t>Traitement automatique des langues</a:t>
          </a:r>
        </a:p>
        <a:p>
          <a:pPr marL="514350" lvl="3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w Cen MT" panose="020B0602020104020603"/>
              <a:ea typeface="+mn-ea"/>
              <a:cs typeface="+mn-cs"/>
            </a:rPr>
            <a:t>Mécanisme d’attention (importance)</a:t>
          </a:r>
        </a:p>
        <a:p>
          <a:pPr marL="514350" lvl="3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w Cen MT" panose="020B0602020104020603"/>
              <a:ea typeface="+mn-ea"/>
              <a:cs typeface="+mn-cs"/>
            </a:rPr>
            <a:t>Parallélisation (traitement simultané)</a:t>
          </a:r>
        </a:p>
      </dsp:txBody>
      <dsp:txXfrm rot="-5400000">
        <a:off x="1507554" y="70192"/>
        <a:ext cx="5374320" cy="1263199"/>
      </dsp:txXfrm>
    </dsp:sp>
    <dsp:sp modelId="{784256B9-1BF4-43C3-9086-95E009B643B4}">
      <dsp:nvSpPr>
        <dsp:cNvPr id="0" name=""/>
        <dsp:cNvSpPr/>
      </dsp:nvSpPr>
      <dsp:spPr>
        <a:xfrm rot="5400000">
          <a:off x="-323047" y="2191878"/>
          <a:ext cx="2153648" cy="1507553"/>
        </a:xfrm>
        <a:prstGeom prst="chevron">
          <a:avLst/>
        </a:prstGeom>
        <a:solidFill>
          <a:schemeClr val="accent4">
            <a:hueOff val="-989414"/>
            <a:satOff val="-5690"/>
            <a:lumOff val="-4511"/>
            <a:alphaOff val="0"/>
          </a:schemeClr>
        </a:solidFill>
        <a:ln w="15875" cap="flat" cmpd="sng" algn="ctr">
          <a:solidFill>
            <a:schemeClr val="accent4">
              <a:hueOff val="-989414"/>
              <a:satOff val="-5690"/>
              <a:lumOff val="-451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2020</a:t>
          </a:r>
        </a:p>
      </dsp:txBody>
      <dsp:txXfrm rot="-5400000">
        <a:off x="1" y="2622608"/>
        <a:ext cx="1507553" cy="646095"/>
      </dsp:txXfrm>
    </dsp:sp>
    <dsp:sp modelId="{43A13054-3A98-4D8B-9E90-F478A58FCC86}">
      <dsp:nvSpPr>
        <dsp:cNvPr id="0" name=""/>
        <dsp:cNvSpPr/>
      </dsp:nvSpPr>
      <dsp:spPr>
        <a:xfrm rot="5400000">
          <a:off x="3528946" y="-152561"/>
          <a:ext cx="1399871" cy="544265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-989414"/>
              <a:satOff val="-5690"/>
              <a:lumOff val="-451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b="1" kern="1200" dirty="0"/>
            <a:t>Vision Transformer (ViT)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Adaptation du </a:t>
          </a:r>
          <a:r>
            <a:rPr lang="fr-FR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w Cen MT" panose="020B0602020104020603"/>
              <a:ea typeface="+mn-ea"/>
              <a:cs typeface="+mn-cs"/>
            </a:rPr>
            <a:t>Transformer → classification d’images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800" kern="1200" dirty="0"/>
        </a:p>
      </dsp:txBody>
      <dsp:txXfrm rot="-5400000">
        <a:off x="1507554" y="1937167"/>
        <a:ext cx="5374320" cy="126319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704D73-F505-41A3-9FA8-ED3897C6B2B2}">
      <dsp:nvSpPr>
        <dsp:cNvPr id="0" name=""/>
        <dsp:cNvSpPr/>
      </dsp:nvSpPr>
      <dsp:spPr>
        <a:xfrm>
          <a:off x="1356" y="764983"/>
          <a:ext cx="1526289" cy="6105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kern="1200" dirty="0">
              <a:solidFill>
                <a:srgbClr val="242424"/>
              </a:solidFill>
              <a:latin typeface="source-serif-pro"/>
            </a:rPr>
            <a:t>Image d’entrée</a:t>
          </a:r>
          <a:endParaRPr lang="fr-FR" sz="1000" kern="1200" dirty="0"/>
        </a:p>
      </dsp:txBody>
      <dsp:txXfrm>
        <a:off x="306614" y="764983"/>
        <a:ext cx="915774" cy="610515"/>
      </dsp:txXfrm>
    </dsp:sp>
    <dsp:sp modelId="{ED70CD38-0E87-4271-848E-E5AC10379F6A}">
      <dsp:nvSpPr>
        <dsp:cNvPr id="0" name=""/>
        <dsp:cNvSpPr/>
      </dsp:nvSpPr>
      <dsp:spPr>
        <a:xfrm>
          <a:off x="1356" y="1451813"/>
          <a:ext cx="1221031" cy="18943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b="0" kern="1200" dirty="0">
              <a:solidFill>
                <a:srgbClr val="242424"/>
              </a:solidFill>
              <a:latin typeface="source-serif-pro"/>
            </a:rPr>
            <a:t>par exemple, 224×224 pixels</a:t>
          </a:r>
          <a:endParaRPr lang="fr-FR" sz="1000" b="0" kern="1200" dirty="0"/>
        </a:p>
      </dsp:txBody>
      <dsp:txXfrm>
        <a:off x="1356" y="1451813"/>
        <a:ext cx="1221031" cy="1894323"/>
      </dsp:txXfrm>
    </dsp:sp>
    <dsp:sp modelId="{044B52D1-F152-4BD0-A45D-29F8C96B34C0}">
      <dsp:nvSpPr>
        <dsp:cNvPr id="0" name=""/>
        <dsp:cNvSpPr/>
      </dsp:nvSpPr>
      <dsp:spPr>
        <a:xfrm>
          <a:off x="1311645" y="764983"/>
          <a:ext cx="1526289" cy="6105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kern="1200" dirty="0">
              <a:solidFill>
                <a:srgbClr val="242424"/>
              </a:solidFill>
              <a:latin typeface="source-serif-pro"/>
            </a:rPr>
            <a:t>Fragmentation en patchs</a:t>
          </a:r>
        </a:p>
      </dsp:txBody>
      <dsp:txXfrm>
        <a:off x="1616903" y="764983"/>
        <a:ext cx="915774" cy="610515"/>
      </dsp:txXfrm>
    </dsp:sp>
    <dsp:sp modelId="{A18F8C6B-9A73-4706-B5E8-34A66F5EAA52}">
      <dsp:nvSpPr>
        <dsp:cNvPr id="0" name=""/>
        <dsp:cNvSpPr/>
      </dsp:nvSpPr>
      <dsp:spPr>
        <a:xfrm>
          <a:off x="1311645" y="1451813"/>
          <a:ext cx="1221031" cy="18943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kern="1200" dirty="0">
              <a:solidFill>
                <a:srgbClr val="242424"/>
              </a:solidFill>
              <a:latin typeface="source-serif-pro"/>
            </a:rPr>
            <a:t>Patchs de taille fixe (par exemple, 16×16)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kern="1200" dirty="0">
              <a:solidFill>
                <a:srgbClr val="242424"/>
              </a:solidFill>
              <a:latin typeface="source-serif-pro"/>
            </a:rPr>
            <a:t>224 / 16 = 14 patches par ligne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kern="1200" dirty="0">
              <a:solidFill>
                <a:srgbClr val="242424"/>
              </a:solidFill>
              <a:latin typeface="source-serif-pro"/>
            </a:rPr>
            <a:t>14 × 14 = 196 patches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b="0" i="0" kern="1200" dirty="0">
              <a:solidFill>
                <a:srgbClr val="242424"/>
              </a:solidFill>
              <a:effectLst/>
              <a:latin typeface="source-serif-pro"/>
            </a:rPr>
            <a:t>Chaque patch est aplati en un vecteur (par exemple, 16×16×3 = 768 pour RGB)</a:t>
          </a:r>
        </a:p>
      </dsp:txBody>
      <dsp:txXfrm>
        <a:off x="1311645" y="1451813"/>
        <a:ext cx="1221031" cy="1894323"/>
      </dsp:txXfrm>
    </dsp:sp>
    <dsp:sp modelId="{2566E3D5-4AF9-499E-8DA9-AE6D1D823FC8}">
      <dsp:nvSpPr>
        <dsp:cNvPr id="0" name=""/>
        <dsp:cNvSpPr/>
      </dsp:nvSpPr>
      <dsp:spPr>
        <a:xfrm>
          <a:off x="2621934" y="764983"/>
          <a:ext cx="1526289" cy="6105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i="0" kern="1200" dirty="0">
              <a:solidFill>
                <a:srgbClr val="242424"/>
              </a:solidFill>
              <a:effectLst/>
              <a:latin typeface="source-serif-pro"/>
            </a:rPr>
            <a:t>Projection linéaire (patch </a:t>
          </a:r>
          <a:r>
            <a:rPr lang="fr-FR" sz="1000" b="1" i="0" kern="1200" dirty="0" err="1">
              <a:solidFill>
                <a:srgbClr val="242424"/>
              </a:solidFill>
              <a:effectLst/>
              <a:latin typeface="source-serif-pro"/>
            </a:rPr>
            <a:t>embedding</a:t>
          </a:r>
          <a:r>
            <a:rPr lang="fr-FR" sz="1000" b="1" i="0" kern="1200" dirty="0">
              <a:solidFill>
                <a:srgbClr val="242424"/>
              </a:solidFill>
              <a:effectLst/>
              <a:latin typeface="source-serif-pro"/>
            </a:rPr>
            <a:t>)</a:t>
          </a:r>
        </a:p>
      </dsp:txBody>
      <dsp:txXfrm>
        <a:off x="2927192" y="764983"/>
        <a:ext cx="915774" cy="610515"/>
      </dsp:txXfrm>
    </dsp:sp>
    <dsp:sp modelId="{D2BB58A7-A50F-4CBA-B57F-9E330A70AF6D}">
      <dsp:nvSpPr>
        <dsp:cNvPr id="0" name=""/>
        <dsp:cNvSpPr/>
      </dsp:nvSpPr>
      <dsp:spPr>
        <a:xfrm>
          <a:off x="2621934" y="1451813"/>
          <a:ext cx="1221031" cy="18943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b="0" i="0" kern="1200" dirty="0">
              <a:solidFill>
                <a:srgbClr val="242424"/>
              </a:solidFill>
              <a:effectLst/>
              <a:latin typeface="source-serif-pro"/>
            </a:rPr>
            <a:t>Chaque patch aplati est passé à travers une couche linéaire pour le projeter dans un espace d’immersion de dimension D (par exemple, D = 768)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b="1" i="0" kern="1200" dirty="0">
              <a:solidFill>
                <a:srgbClr val="242424"/>
              </a:solidFill>
              <a:effectLst/>
              <a:latin typeface="source-serif-pro"/>
            </a:rPr>
            <a:t>Jetons visuel (Visual </a:t>
          </a:r>
          <a:r>
            <a:rPr lang="fr-FR" sz="1000" b="1" i="0" kern="1200" dirty="0" err="1">
              <a:solidFill>
                <a:srgbClr val="242424"/>
              </a:solidFill>
              <a:effectLst/>
              <a:latin typeface="source-serif-pro"/>
            </a:rPr>
            <a:t>token</a:t>
          </a:r>
          <a:r>
            <a:rPr lang="fr-FR" sz="1000" b="1" i="0" kern="1200" dirty="0">
              <a:solidFill>
                <a:srgbClr val="242424"/>
              </a:solidFill>
              <a:effectLst/>
              <a:latin typeface="source-serif-pro"/>
            </a:rPr>
            <a:t>)</a:t>
          </a:r>
        </a:p>
      </dsp:txBody>
      <dsp:txXfrm>
        <a:off x="2621934" y="1451813"/>
        <a:ext cx="1221031" cy="1894323"/>
      </dsp:txXfrm>
    </dsp:sp>
    <dsp:sp modelId="{8ECF7487-D55E-48A0-9337-05AB510C7292}">
      <dsp:nvSpPr>
        <dsp:cNvPr id="0" name=""/>
        <dsp:cNvSpPr/>
      </dsp:nvSpPr>
      <dsp:spPr>
        <a:xfrm>
          <a:off x="3932223" y="764983"/>
          <a:ext cx="1526289" cy="6105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i="0" kern="1200" dirty="0">
              <a:solidFill>
                <a:srgbClr val="242424"/>
              </a:solidFill>
              <a:effectLst/>
              <a:latin typeface="source-serif-pro"/>
            </a:rPr>
            <a:t>Position </a:t>
          </a:r>
          <a:r>
            <a:rPr lang="fr-FR" sz="1000" b="1" i="0" kern="1200" dirty="0" err="1">
              <a:solidFill>
                <a:srgbClr val="242424"/>
              </a:solidFill>
              <a:effectLst/>
              <a:latin typeface="source-serif-pro"/>
            </a:rPr>
            <a:t>Embeding</a:t>
          </a:r>
          <a:endParaRPr lang="fr-FR" sz="1000" b="0" i="0" kern="1200" dirty="0">
            <a:solidFill>
              <a:srgbClr val="242424"/>
            </a:solidFill>
            <a:effectLst/>
            <a:latin typeface="source-serif-pro"/>
          </a:endParaRPr>
        </a:p>
      </dsp:txBody>
      <dsp:txXfrm>
        <a:off x="4237481" y="764983"/>
        <a:ext cx="915774" cy="610515"/>
      </dsp:txXfrm>
    </dsp:sp>
    <dsp:sp modelId="{8A0879DB-8FA2-4592-B8C5-B2DA1ED780A6}">
      <dsp:nvSpPr>
        <dsp:cNvPr id="0" name=""/>
        <dsp:cNvSpPr/>
      </dsp:nvSpPr>
      <dsp:spPr>
        <a:xfrm>
          <a:off x="3932223" y="1451813"/>
          <a:ext cx="1221031" cy="18943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b="0" i="0" kern="1200" dirty="0">
              <a:solidFill>
                <a:srgbClr val="242424"/>
              </a:solidFill>
              <a:effectLst/>
              <a:latin typeface="source-serif-pro"/>
            </a:rPr>
            <a:t>Ajout de l’information de position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b="1" i="0" kern="1200" dirty="0">
              <a:solidFill>
                <a:srgbClr val="242424"/>
              </a:solidFill>
              <a:effectLst/>
              <a:latin typeface="source-serif-pro"/>
            </a:rPr>
            <a:t>Jetons de position</a:t>
          </a:r>
        </a:p>
      </dsp:txBody>
      <dsp:txXfrm>
        <a:off x="3932223" y="1451813"/>
        <a:ext cx="1221031" cy="1894323"/>
      </dsp:txXfrm>
    </dsp:sp>
    <dsp:sp modelId="{8F17E4E4-EBE2-49EB-9D8B-FCB500EACA49}">
      <dsp:nvSpPr>
        <dsp:cNvPr id="0" name=""/>
        <dsp:cNvSpPr/>
      </dsp:nvSpPr>
      <dsp:spPr>
        <a:xfrm>
          <a:off x="5242512" y="764983"/>
          <a:ext cx="1526289" cy="6105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i="0" kern="1200" dirty="0">
              <a:solidFill>
                <a:srgbClr val="242424"/>
              </a:solidFill>
              <a:effectLst/>
              <a:latin typeface="source-serif-pro"/>
            </a:rPr>
            <a:t>[CLS] Class </a:t>
          </a:r>
          <a:r>
            <a:rPr lang="fr-FR" sz="1000" b="1" i="0" kern="1200" dirty="0" err="1">
              <a:solidFill>
                <a:srgbClr val="242424"/>
              </a:solidFill>
              <a:effectLst/>
              <a:latin typeface="source-serif-pro"/>
            </a:rPr>
            <a:t>Token</a:t>
          </a:r>
          <a:endParaRPr lang="fr-FR" sz="1000" b="1" i="0" kern="1200" dirty="0">
            <a:solidFill>
              <a:srgbClr val="242424"/>
            </a:solidFill>
            <a:effectLst/>
            <a:latin typeface="source-serif-pro"/>
          </a:endParaRPr>
        </a:p>
      </dsp:txBody>
      <dsp:txXfrm>
        <a:off x="5547770" y="764983"/>
        <a:ext cx="915774" cy="610515"/>
      </dsp:txXfrm>
    </dsp:sp>
    <dsp:sp modelId="{403EA3BF-B48A-472D-B525-80D7B2924FED}">
      <dsp:nvSpPr>
        <dsp:cNvPr id="0" name=""/>
        <dsp:cNvSpPr/>
      </dsp:nvSpPr>
      <dsp:spPr>
        <a:xfrm>
          <a:off x="5242512" y="1451813"/>
          <a:ext cx="1221031" cy="18943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b="1" i="0" kern="1200" dirty="0">
              <a:solidFill>
                <a:srgbClr val="242424"/>
              </a:solidFill>
              <a:effectLst/>
              <a:latin typeface="source-serif-pro"/>
            </a:rPr>
            <a:t>Jeton de classification</a:t>
          </a:r>
          <a:endParaRPr lang="fr-FR" sz="1000" b="0" i="0" kern="1200" dirty="0">
            <a:solidFill>
              <a:srgbClr val="242424"/>
            </a:solidFill>
            <a:effectLst/>
            <a:latin typeface="source-serif-pro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b="0" i="0" kern="1200" dirty="0">
              <a:solidFill>
                <a:srgbClr val="242424"/>
              </a:solidFill>
              <a:effectLst/>
              <a:latin typeface="source-serif-pro"/>
            </a:rPr>
            <a:t>Agrège progressivement l’information globale de l’image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b="0" i="0" kern="1200" dirty="0">
              <a:solidFill>
                <a:srgbClr val="242424"/>
              </a:solidFill>
              <a:effectLst/>
              <a:latin typeface="source-serif-pro"/>
            </a:rPr>
            <a:t>Sert de représentation finale pour prédire la classe</a:t>
          </a:r>
        </a:p>
      </dsp:txBody>
      <dsp:txXfrm>
        <a:off x="5242512" y="1451813"/>
        <a:ext cx="1221031" cy="1894323"/>
      </dsp:txXfrm>
    </dsp:sp>
    <dsp:sp modelId="{9B146272-6596-48A3-907B-0D97E69B605A}">
      <dsp:nvSpPr>
        <dsp:cNvPr id="0" name=""/>
        <dsp:cNvSpPr/>
      </dsp:nvSpPr>
      <dsp:spPr>
        <a:xfrm>
          <a:off x="6552801" y="764983"/>
          <a:ext cx="1526289" cy="6105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i="0" kern="1200" dirty="0">
              <a:solidFill>
                <a:srgbClr val="242424"/>
              </a:solidFill>
              <a:effectLst/>
              <a:latin typeface="source-serif-pro"/>
            </a:rPr>
            <a:t>Self Attention</a:t>
          </a:r>
        </a:p>
      </dsp:txBody>
      <dsp:txXfrm>
        <a:off x="6858059" y="764983"/>
        <a:ext cx="915774" cy="610515"/>
      </dsp:txXfrm>
    </dsp:sp>
    <dsp:sp modelId="{43CD1671-C5FD-48EA-9847-D2D1410BE91A}">
      <dsp:nvSpPr>
        <dsp:cNvPr id="0" name=""/>
        <dsp:cNvSpPr/>
      </dsp:nvSpPr>
      <dsp:spPr>
        <a:xfrm>
          <a:off x="6552801" y="1451813"/>
          <a:ext cx="1221031" cy="18943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b="0" i="0" kern="1200" dirty="0">
              <a:solidFill>
                <a:srgbClr val="242424"/>
              </a:solidFill>
              <a:effectLst/>
              <a:latin typeface="source-serif-pro"/>
            </a:rPr>
            <a:t>Chaque patch regarde les autres patchs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b="0" i="0" kern="1200" dirty="0">
              <a:solidFill>
                <a:srgbClr val="242424"/>
              </a:solidFill>
              <a:effectLst/>
              <a:latin typeface="source-serif-pro"/>
            </a:rPr>
            <a:t>Le modèle apprend lesquels sont important entre eux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b="1" i="0" kern="1200" dirty="0">
              <a:solidFill>
                <a:srgbClr val="242424"/>
              </a:solidFill>
              <a:effectLst/>
              <a:latin typeface="source-serif-pro"/>
              <a:ea typeface="+mn-ea"/>
              <a:cs typeface="+mn-cs"/>
            </a:rPr>
            <a:t>Matrices </a:t>
          </a:r>
          <a:r>
            <a:rPr lang="en-US" sz="1000" b="1" i="0" kern="1200" dirty="0">
              <a:solidFill>
                <a:srgbClr val="242424"/>
              </a:solidFill>
              <a:effectLst/>
              <a:latin typeface="source-serif-pro"/>
              <a:ea typeface="+mn-ea"/>
              <a:cs typeface="+mn-cs"/>
            </a:rPr>
            <a:t>Q (Query), K (Key) et V (Value)</a:t>
          </a:r>
          <a:endParaRPr lang="fr-FR" sz="1000" b="1" i="0" kern="1200" dirty="0">
            <a:solidFill>
              <a:srgbClr val="242424"/>
            </a:solidFill>
            <a:effectLst/>
            <a:latin typeface="source-serif-pro"/>
            <a:ea typeface="+mn-ea"/>
            <a:cs typeface="+mn-cs"/>
          </a:endParaRPr>
        </a:p>
      </dsp:txBody>
      <dsp:txXfrm>
        <a:off x="6552801" y="1451813"/>
        <a:ext cx="1221031" cy="1894323"/>
      </dsp:txXfrm>
    </dsp:sp>
    <dsp:sp modelId="{942CDA1A-12C4-42B3-A23D-A969C8294626}">
      <dsp:nvSpPr>
        <dsp:cNvPr id="0" name=""/>
        <dsp:cNvSpPr/>
      </dsp:nvSpPr>
      <dsp:spPr>
        <a:xfrm>
          <a:off x="7863090" y="764983"/>
          <a:ext cx="1526289" cy="6105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i="0" kern="1200" dirty="0">
              <a:solidFill>
                <a:srgbClr val="242424"/>
              </a:solidFill>
              <a:effectLst/>
              <a:latin typeface="source-serif-pro"/>
            </a:rPr>
            <a:t>Multi-Head Attention</a:t>
          </a:r>
        </a:p>
      </dsp:txBody>
      <dsp:txXfrm>
        <a:off x="8168348" y="764983"/>
        <a:ext cx="915774" cy="610515"/>
      </dsp:txXfrm>
    </dsp:sp>
    <dsp:sp modelId="{AB01B771-220F-4DE9-835D-03C87913A23E}">
      <dsp:nvSpPr>
        <dsp:cNvPr id="0" name=""/>
        <dsp:cNvSpPr/>
      </dsp:nvSpPr>
      <dsp:spPr>
        <a:xfrm>
          <a:off x="7863090" y="1451813"/>
          <a:ext cx="1221031" cy="18943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b="0" i="0" kern="1200" dirty="0">
              <a:solidFill>
                <a:srgbClr val="242424"/>
              </a:solidFill>
              <a:effectLst/>
              <a:latin typeface="source-serif-pro"/>
            </a:rPr>
            <a:t>Le modèle utilise plusieurs “têtes” d’attention.
Chaque tête apprend des relations différentes </a:t>
          </a:r>
        </a:p>
      </dsp:txBody>
      <dsp:txXfrm>
        <a:off x="7863090" y="1451813"/>
        <a:ext cx="1221031" cy="1894323"/>
      </dsp:txXfrm>
    </dsp:sp>
    <dsp:sp modelId="{33CE10B8-5FE5-4B56-BCE5-F66AE9B6E683}">
      <dsp:nvSpPr>
        <dsp:cNvPr id="0" name=""/>
        <dsp:cNvSpPr/>
      </dsp:nvSpPr>
      <dsp:spPr>
        <a:xfrm>
          <a:off x="9230945" y="764983"/>
          <a:ext cx="1526289" cy="6105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i="0" kern="1200" dirty="0">
              <a:solidFill>
                <a:srgbClr val="242424"/>
              </a:solidFill>
              <a:effectLst/>
              <a:latin typeface="source-serif-pro"/>
            </a:rPr>
            <a:t>Transformer Encoder Block x12</a:t>
          </a:r>
        </a:p>
      </dsp:txBody>
      <dsp:txXfrm>
        <a:off x="9536203" y="764983"/>
        <a:ext cx="915774" cy="610515"/>
      </dsp:txXfrm>
    </dsp:sp>
    <dsp:sp modelId="{C332E63A-276B-45D5-994F-4222334E395D}">
      <dsp:nvSpPr>
        <dsp:cNvPr id="0" name=""/>
        <dsp:cNvSpPr/>
      </dsp:nvSpPr>
      <dsp:spPr>
        <a:xfrm>
          <a:off x="9173379" y="1451813"/>
          <a:ext cx="1336162" cy="18943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b="1" i="0" kern="1200" dirty="0">
              <a:solidFill>
                <a:srgbClr val="242424"/>
              </a:solidFill>
              <a:effectLst/>
              <a:latin typeface="source-serif-pro"/>
            </a:rPr>
            <a:t>Multi-Head Self-Attention : </a:t>
          </a:r>
          <a:r>
            <a:rPr lang="fr-FR" sz="1000" b="0" i="0" kern="1200" dirty="0">
              <a:solidFill>
                <a:srgbClr val="242424"/>
              </a:solidFill>
              <a:effectLst/>
              <a:latin typeface="source-serif-pro"/>
            </a:rPr>
            <a:t>Capture des relations et du contexte global de l'image</a:t>
          </a:r>
          <a:endParaRPr lang="fr-FR" sz="1000" b="1" i="0" kern="1200" dirty="0">
            <a:solidFill>
              <a:srgbClr val="242424"/>
            </a:solidFill>
            <a:effectLst/>
            <a:latin typeface="source-serif-pro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b="1" i="0" kern="1200" dirty="0" err="1">
              <a:solidFill>
                <a:srgbClr val="242424"/>
              </a:solidFill>
              <a:effectLst/>
              <a:latin typeface="source-serif-pro"/>
            </a:rPr>
            <a:t>LayerNorm</a:t>
          </a:r>
          <a:r>
            <a:rPr lang="fr-FR" sz="1000" b="1" i="0" kern="1200" dirty="0">
              <a:solidFill>
                <a:srgbClr val="242424"/>
              </a:solidFill>
              <a:effectLst/>
              <a:latin typeface="source-serif-pro"/>
            </a:rPr>
            <a:t>: </a:t>
          </a:r>
          <a:r>
            <a:rPr lang="fr-FR" sz="1000" b="0" i="0" kern="1200" dirty="0">
              <a:solidFill>
                <a:srgbClr val="242424"/>
              </a:solidFill>
              <a:effectLst/>
              <a:latin typeface="source-serif-pro"/>
            </a:rPr>
            <a:t>Stabilise l'apprentissage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b="1" i="0" kern="1200" dirty="0">
              <a:solidFill>
                <a:srgbClr val="242424"/>
              </a:solidFill>
              <a:effectLst/>
              <a:latin typeface="source-serif-pro"/>
            </a:rPr>
            <a:t>MLP (</a:t>
          </a:r>
          <a:r>
            <a:rPr lang="fr-FR" sz="1000" b="1" i="0" kern="1200" dirty="0" err="1">
              <a:solidFill>
                <a:srgbClr val="242424"/>
              </a:solidFill>
              <a:effectLst/>
              <a:latin typeface="source-serif-pro"/>
            </a:rPr>
            <a:t>Feed</a:t>
          </a:r>
          <a:r>
            <a:rPr lang="fr-FR" sz="1000" b="1" i="0" kern="1200" dirty="0">
              <a:solidFill>
                <a:srgbClr val="242424"/>
              </a:solidFill>
              <a:effectLst/>
              <a:latin typeface="source-serif-pro"/>
            </a:rPr>
            <a:t> </a:t>
          </a:r>
          <a:r>
            <a:rPr lang="fr-FR" sz="1000" b="1" i="0" kern="1200" dirty="0" err="1">
              <a:solidFill>
                <a:srgbClr val="242424"/>
              </a:solidFill>
              <a:effectLst/>
              <a:latin typeface="source-serif-pro"/>
            </a:rPr>
            <a:t>Forward</a:t>
          </a:r>
          <a:r>
            <a:rPr lang="fr-FR" sz="1000" b="1" i="0" kern="1200" dirty="0">
              <a:solidFill>
                <a:srgbClr val="242424"/>
              </a:solidFill>
              <a:effectLst/>
              <a:latin typeface="source-serif-pro"/>
            </a:rPr>
            <a:t> </a:t>
          </a:r>
          <a:r>
            <a:rPr lang="fr-FR" sz="1000" b="1" i="0" kern="1200" dirty="0" err="1">
              <a:solidFill>
                <a:srgbClr val="242424"/>
              </a:solidFill>
              <a:effectLst/>
              <a:latin typeface="source-serif-pro"/>
            </a:rPr>
            <a:t>Netwok</a:t>
          </a:r>
          <a:r>
            <a:rPr lang="fr-FR" sz="1000" b="1" i="0" kern="1200" dirty="0">
              <a:solidFill>
                <a:srgbClr val="242424"/>
              </a:solidFill>
              <a:effectLst/>
              <a:latin typeface="source-serif-pro"/>
            </a:rPr>
            <a:t>) : </a:t>
          </a:r>
          <a:r>
            <a:rPr lang="fr-FR" sz="1000" b="0" i="0" kern="1200" dirty="0">
              <a:solidFill>
                <a:srgbClr val="242424"/>
              </a:solidFill>
              <a:effectLst/>
              <a:latin typeface="source-serif-pro"/>
            </a:rPr>
            <a:t>Enrichit les représentations apprises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b="1" i="0" kern="1200" dirty="0" err="1">
              <a:solidFill>
                <a:srgbClr val="242424"/>
              </a:solidFill>
              <a:effectLst/>
              <a:latin typeface="source-serif-pro"/>
            </a:rPr>
            <a:t>Residual</a:t>
          </a:r>
          <a:r>
            <a:rPr lang="fr-FR" sz="1000" b="1" i="0" kern="1200" dirty="0">
              <a:solidFill>
                <a:srgbClr val="242424"/>
              </a:solidFill>
              <a:effectLst/>
              <a:latin typeface="source-serif-pro"/>
            </a:rPr>
            <a:t> connections : </a:t>
          </a:r>
          <a:r>
            <a:rPr lang="fr-FR" sz="1000" b="0" i="0" kern="1200" dirty="0">
              <a:solidFill>
                <a:srgbClr val="242424"/>
              </a:solidFill>
              <a:effectLst/>
              <a:latin typeface="source-serif-pro"/>
            </a:rPr>
            <a:t>Ajoute l'entrée à la sortie pour éviter la perte d'information</a:t>
          </a:r>
        </a:p>
      </dsp:txBody>
      <dsp:txXfrm>
        <a:off x="9173379" y="1451813"/>
        <a:ext cx="1336162" cy="1894323"/>
      </dsp:txXfrm>
    </dsp:sp>
    <dsp:sp modelId="{E0AC670E-757F-4463-9B9E-01D3C90119E8}">
      <dsp:nvSpPr>
        <dsp:cNvPr id="0" name=""/>
        <dsp:cNvSpPr/>
      </dsp:nvSpPr>
      <dsp:spPr>
        <a:xfrm>
          <a:off x="10541234" y="764983"/>
          <a:ext cx="1526289" cy="6105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i="0" kern="1200" dirty="0">
              <a:solidFill>
                <a:srgbClr val="242424"/>
              </a:solidFill>
              <a:effectLst/>
              <a:latin typeface="source-serif-pro"/>
              <a:ea typeface="+mn-ea"/>
              <a:cs typeface="+mn-cs"/>
            </a:rPr>
            <a:t>Classification</a:t>
          </a:r>
        </a:p>
      </dsp:txBody>
      <dsp:txXfrm>
        <a:off x="10846492" y="764983"/>
        <a:ext cx="915774" cy="610515"/>
      </dsp:txXfrm>
    </dsp:sp>
    <dsp:sp modelId="{8F03F6D9-13A6-4D05-A55B-C99B675BE89E}">
      <dsp:nvSpPr>
        <dsp:cNvPr id="0" name=""/>
        <dsp:cNvSpPr/>
      </dsp:nvSpPr>
      <dsp:spPr>
        <a:xfrm>
          <a:off x="10541234" y="1451813"/>
          <a:ext cx="1221031" cy="18943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Arial" panose="020B0604020202020204" pitchFamily="34" charset="0"/>
            <a:buChar char="•"/>
          </a:pPr>
          <a:r>
            <a:rPr lang="fr-FR" sz="1000" b="1" i="0" kern="1200" dirty="0">
              <a:solidFill>
                <a:srgbClr val="242424"/>
              </a:solidFill>
              <a:effectLst/>
              <a:latin typeface="source-serif-pro"/>
              <a:ea typeface="+mn-ea"/>
              <a:cs typeface="+mn-cs"/>
            </a:rPr>
            <a:t> Extraction du jeton de classification [CLS]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Arial" panose="020B0604020202020204" pitchFamily="34" charset="0"/>
            <a:buChar char="•"/>
          </a:pPr>
          <a:r>
            <a:rPr lang="fr-FR" sz="1000" b="0" i="0" kern="1200" dirty="0">
              <a:solidFill>
                <a:srgbClr val="242424"/>
              </a:solidFill>
              <a:effectLst/>
              <a:latin typeface="source-serif-pro"/>
              <a:ea typeface="+mn-ea"/>
              <a:cs typeface="+mn-cs"/>
            </a:rPr>
            <a:t>Le jeton contient un résumé global de l'image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Arial" panose="020B0604020202020204" pitchFamily="34" charset="0"/>
            <a:buChar char="•"/>
          </a:pPr>
          <a:r>
            <a:rPr lang="fr-FR" sz="1000" b="0" i="0" kern="1200" dirty="0">
              <a:solidFill>
                <a:srgbClr val="242424"/>
              </a:solidFill>
              <a:effectLst/>
              <a:latin typeface="source-serif-pro"/>
              <a:ea typeface="+mn-ea"/>
              <a:cs typeface="+mn-cs"/>
            </a:rPr>
            <a:t>Couche Dense (MLP Head)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Arial" panose="020B0604020202020204" pitchFamily="34" charset="0"/>
            <a:buChar char="•"/>
          </a:pPr>
          <a:r>
            <a:rPr lang="fr-FR" sz="1000" b="0" i="0" kern="1200" dirty="0">
              <a:solidFill>
                <a:srgbClr val="242424"/>
              </a:solidFill>
              <a:effectLst/>
              <a:latin typeface="source-serif-pro"/>
              <a:ea typeface="+mn-ea"/>
              <a:cs typeface="+mn-cs"/>
            </a:rPr>
            <a:t>Calcul des probabilités via </a:t>
          </a:r>
          <a:r>
            <a:rPr lang="fr-FR" sz="1000" b="1" i="0" kern="1200" dirty="0" err="1">
              <a:solidFill>
                <a:srgbClr val="242424"/>
              </a:solidFill>
              <a:effectLst/>
              <a:latin typeface="source-serif-pro"/>
              <a:ea typeface="+mn-ea"/>
              <a:cs typeface="+mn-cs"/>
            </a:rPr>
            <a:t>Softmax</a:t>
          </a:r>
          <a:r>
            <a:rPr lang="fr-FR" sz="1000" b="0" i="0" kern="1200" dirty="0">
              <a:solidFill>
                <a:srgbClr val="242424"/>
              </a:solidFill>
              <a:effectLst/>
              <a:latin typeface="source-serif-pro"/>
              <a:ea typeface="+mn-ea"/>
              <a:cs typeface="+mn-cs"/>
            </a:rPr>
            <a:t>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Arial" panose="020B0604020202020204" pitchFamily="34" charset="0"/>
            <a:buChar char="•"/>
          </a:pPr>
          <a:r>
            <a:rPr lang="fr-FR" sz="1000" b="1" i="0" kern="1200" dirty="0">
              <a:solidFill>
                <a:srgbClr val="242424"/>
              </a:solidFill>
              <a:effectLst/>
              <a:latin typeface="source-serif-pro"/>
              <a:ea typeface="+mn-ea"/>
              <a:cs typeface="+mn-cs"/>
            </a:rPr>
            <a:t>Classe prédite</a:t>
          </a:r>
        </a:p>
      </dsp:txBody>
      <dsp:txXfrm>
        <a:off x="10541234" y="1451813"/>
        <a:ext cx="1221031" cy="189432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8F9549-3435-4C7E-96E4-1748B6F987D2}">
      <dsp:nvSpPr>
        <dsp:cNvPr id="0" name=""/>
        <dsp:cNvSpPr/>
      </dsp:nvSpPr>
      <dsp:spPr>
        <a:xfrm>
          <a:off x="338858" y="1782"/>
          <a:ext cx="2260046" cy="66319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solidFill>
                <a:schemeClr val="tx1"/>
              </a:solidFill>
            </a:rPr>
            <a:t>Patch</a:t>
          </a:r>
        </a:p>
      </dsp:txBody>
      <dsp:txXfrm>
        <a:off x="358282" y="21206"/>
        <a:ext cx="2221198" cy="624342"/>
      </dsp:txXfrm>
    </dsp:sp>
    <dsp:sp modelId="{2F70CFC6-4C59-46EA-B4D4-94CB3CF02F60}">
      <dsp:nvSpPr>
        <dsp:cNvPr id="0" name=""/>
        <dsp:cNvSpPr/>
      </dsp:nvSpPr>
      <dsp:spPr>
        <a:xfrm rot="5299199">
          <a:off x="1359069" y="681553"/>
          <a:ext cx="248803" cy="2984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>
            <a:solidFill>
              <a:schemeClr val="tx1"/>
            </a:solidFill>
          </a:endParaRPr>
        </a:p>
      </dsp:txBody>
      <dsp:txXfrm rot="-5400000">
        <a:off x="1392846" y="706385"/>
        <a:ext cx="179061" cy="174162"/>
      </dsp:txXfrm>
    </dsp:sp>
    <dsp:sp modelId="{C5F5BA01-D7CF-4C9C-92F9-65048D8D4987}">
      <dsp:nvSpPr>
        <dsp:cNvPr id="0" name=""/>
        <dsp:cNvSpPr/>
      </dsp:nvSpPr>
      <dsp:spPr>
        <a:xfrm>
          <a:off x="368036" y="996569"/>
          <a:ext cx="2260046" cy="663190"/>
        </a:xfrm>
        <a:prstGeom prst="roundRect">
          <a:avLst>
            <a:gd name="adj" fmla="val 10000"/>
          </a:avLst>
        </a:prstGeom>
        <a:solidFill>
          <a:schemeClr val="accent4">
            <a:hueOff val="-329805"/>
            <a:satOff val="-1897"/>
            <a:lumOff val="-150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>
              <a:solidFill>
                <a:schemeClr val="tx1"/>
              </a:solidFill>
            </a:rPr>
            <a:t>Observe tous les autres patches</a:t>
          </a:r>
        </a:p>
      </dsp:txBody>
      <dsp:txXfrm>
        <a:off x="387460" y="1015993"/>
        <a:ext cx="2221198" cy="624342"/>
      </dsp:txXfrm>
    </dsp:sp>
    <dsp:sp modelId="{60227595-6E1E-4024-9E6B-3394173E6544}">
      <dsp:nvSpPr>
        <dsp:cNvPr id="0" name=""/>
        <dsp:cNvSpPr/>
      </dsp:nvSpPr>
      <dsp:spPr>
        <a:xfrm rot="5400000">
          <a:off x="1373711" y="1676340"/>
          <a:ext cx="248696" cy="2984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494707"/>
            <a:satOff val="-2845"/>
            <a:lumOff val="-225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>
            <a:solidFill>
              <a:schemeClr val="tx1"/>
            </a:solidFill>
          </a:endParaRPr>
        </a:p>
      </dsp:txBody>
      <dsp:txXfrm rot="-5400000">
        <a:off x="1408529" y="1701210"/>
        <a:ext cx="179061" cy="174087"/>
      </dsp:txXfrm>
    </dsp:sp>
    <dsp:sp modelId="{E418EB3C-2A46-442A-BA1C-E269296F5725}">
      <dsp:nvSpPr>
        <dsp:cNvPr id="0" name=""/>
        <dsp:cNvSpPr/>
      </dsp:nvSpPr>
      <dsp:spPr>
        <a:xfrm>
          <a:off x="368036" y="1991355"/>
          <a:ext cx="2260046" cy="663190"/>
        </a:xfrm>
        <a:prstGeom prst="roundRect">
          <a:avLst>
            <a:gd name="adj" fmla="val 10000"/>
          </a:avLst>
        </a:prstGeom>
        <a:solidFill>
          <a:schemeClr val="accent4">
            <a:hueOff val="-659609"/>
            <a:satOff val="-3793"/>
            <a:lumOff val="-300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>
              <a:solidFill>
                <a:schemeClr val="tx1"/>
              </a:solidFill>
            </a:rPr>
            <a:t>Attribue un poids d'importance à chacun</a:t>
          </a:r>
        </a:p>
      </dsp:txBody>
      <dsp:txXfrm>
        <a:off x="387460" y="2010779"/>
        <a:ext cx="2221198" cy="624342"/>
      </dsp:txXfrm>
    </dsp:sp>
    <dsp:sp modelId="{2A126C6A-E805-4023-AB62-4637EC936F4A}">
      <dsp:nvSpPr>
        <dsp:cNvPr id="0" name=""/>
        <dsp:cNvSpPr/>
      </dsp:nvSpPr>
      <dsp:spPr>
        <a:xfrm rot="5400000">
          <a:off x="1373711" y="2671126"/>
          <a:ext cx="248696" cy="2984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989414"/>
            <a:satOff val="-5690"/>
            <a:lumOff val="-451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>
            <a:solidFill>
              <a:schemeClr val="tx1"/>
            </a:solidFill>
          </a:endParaRPr>
        </a:p>
      </dsp:txBody>
      <dsp:txXfrm rot="-5400000">
        <a:off x="1408529" y="2695996"/>
        <a:ext cx="179061" cy="174087"/>
      </dsp:txXfrm>
    </dsp:sp>
    <dsp:sp modelId="{C1029E1D-B90F-4D9D-9D0B-EA15C77FB6B8}">
      <dsp:nvSpPr>
        <dsp:cNvPr id="0" name=""/>
        <dsp:cNvSpPr/>
      </dsp:nvSpPr>
      <dsp:spPr>
        <a:xfrm>
          <a:off x="368036" y="2986142"/>
          <a:ext cx="2260046" cy="663190"/>
        </a:xfrm>
        <a:prstGeom prst="roundRect">
          <a:avLst>
            <a:gd name="adj" fmla="val 10000"/>
          </a:avLst>
        </a:prstGeom>
        <a:solidFill>
          <a:schemeClr val="accent4">
            <a:hueOff val="-989414"/>
            <a:satOff val="-5690"/>
            <a:lumOff val="-451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solidFill>
                <a:schemeClr val="tx1"/>
              </a:solidFill>
            </a:rPr>
            <a:t>Construit une nouvelle représentation enrichie</a:t>
          </a:r>
        </a:p>
      </dsp:txBody>
      <dsp:txXfrm>
        <a:off x="387460" y="3005566"/>
        <a:ext cx="2221198" cy="62434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9A6AF2-5A9E-4085-9B28-5BEF33F459D2}">
      <dsp:nvSpPr>
        <dsp:cNvPr id="0" name=""/>
        <dsp:cNvSpPr/>
      </dsp:nvSpPr>
      <dsp:spPr>
        <a:xfrm>
          <a:off x="0" y="131862"/>
          <a:ext cx="1600765" cy="80038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>
              <a:solidFill>
                <a:schemeClr val="tx1"/>
              </a:solidFill>
            </a:rPr>
            <a:t>Patch </a:t>
          </a:r>
          <a:r>
            <a:rPr lang="fr-FR" sz="2500" kern="1200" dirty="0" err="1">
              <a:solidFill>
                <a:schemeClr val="tx1"/>
              </a:solidFill>
            </a:rPr>
            <a:t>Embedding</a:t>
          </a:r>
          <a:endParaRPr lang="fr-FR" sz="2500" kern="1200" dirty="0">
            <a:solidFill>
              <a:schemeClr val="tx1"/>
            </a:solidFill>
          </a:endParaRPr>
        </a:p>
      </dsp:txBody>
      <dsp:txXfrm>
        <a:off x="23442" y="155304"/>
        <a:ext cx="1553881" cy="753498"/>
      </dsp:txXfrm>
    </dsp:sp>
    <dsp:sp modelId="{F1E78BDF-2518-4796-9D41-8510A438C043}">
      <dsp:nvSpPr>
        <dsp:cNvPr id="0" name=""/>
        <dsp:cNvSpPr/>
      </dsp:nvSpPr>
      <dsp:spPr>
        <a:xfrm>
          <a:off x="160076" y="932245"/>
          <a:ext cx="160076" cy="6002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00287"/>
              </a:lnTo>
              <a:lnTo>
                <a:pt x="160076" y="600287"/>
              </a:lnTo>
            </a:path>
          </a:pathLst>
        </a:custGeom>
        <a:noFill/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7A4780-28B8-41D9-BA18-44CA24E7F9E2}">
      <dsp:nvSpPr>
        <dsp:cNvPr id="0" name=""/>
        <dsp:cNvSpPr/>
      </dsp:nvSpPr>
      <dsp:spPr>
        <a:xfrm>
          <a:off x="320153" y="1132341"/>
          <a:ext cx="1280612" cy="8003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 err="1"/>
            <a:t>Query</a:t>
          </a:r>
          <a:r>
            <a:rPr lang="fr-FR" sz="1500" kern="1200" dirty="0"/>
            <a:t> (Q)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/>
            <a:t>Que suis-je en train de rechercher ?</a:t>
          </a:r>
        </a:p>
      </dsp:txBody>
      <dsp:txXfrm>
        <a:off x="343595" y="1155783"/>
        <a:ext cx="1233728" cy="753498"/>
      </dsp:txXfrm>
    </dsp:sp>
    <dsp:sp modelId="{F2ADF8C6-0126-4772-85F6-63D83A53CCC0}">
      <dsp:nvSpPr>
        <dsp:cNvPr id="0" name=""/>
        <dsp:cNvSpPr/>
      </dsp:nvSpPr>
      <dsp:spPr>
        <a:xfrm>
          <a:off x="160076" y="932245"/>
          <a:ext cx="160076" cy="16007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0766"/>
              </a:lnTo>
              <a:lnTo>
                <a:pt x="160076" y="1600766"/>
              </a:lnTo>
            </a:path>
          </a:pathLst>
        </a:custGeom>
        <a:noFill/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D67379-EF28-444D-BEBA-01AF0FA4FA49}">
      <dsp:nvSpPr>
        <dsp:cNvPr id="0" name=""/>
        <dsp:cNvSpPr/>
      </dsp:nvSpPr>
      <dsp:spPr>
        <a:xfrm>
          <a:off x="320153" y="2132819"/>
          <a:ext cx="1280612" cy="8003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-494707"/>
              <a:satOff val="-2845"/>
              <a:lumOff val="-225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Key (K)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/>
            <a:t>Quelle information puis-je apporter ?</a:t>
          </a:r>
        </a:p>
      </dsp:txBody>
      <dsp:txXfrm>
        <a:off x="343595" y="2156261"/>
        <a:ext cx="1233728" cy="753498"/>
      </dsp:txXfrm>
    </dsp:sp>
    <dsp:sp modelId="{B6691F11-49D4-4437-94C4-44DCB54138ED}">
      <dsp:nvSpPr>
        <dsp:cNvPr id="0" name=""/>
        <dsp:cNvSpPr/>
      </dsp:nvSpPr>
      <dsp:spPr>
        <a:xfrm>
          <a:off x="160076" y="932245"/>
          <a:ext cx="160076" cy="26012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01244"/>
              </a:lnTo>
              <a:lnTo>
                <a:pt x="160076" y="2601244"/>
              </a:lnTo>
            </a:path>
          </a:pathLst>
        </a:custGeom>
        <a:noFill/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4F1C41-AC82-43A0-9734-3E8A061A5FDB}">
      <dsp:nvSpPr>
        <dsp:cNvPr id="0" name=""/>
        <dsp:cNvSpPr/>
      </dsp:nvSpPr>
      <dsp:spPr>
        <a:xfrm>
          <a:off x="320153" y="3133298"/>
          <a:ext cx="1280612" cy="8003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-989414"/>
              <a:satOff val="-5690"/>
              <a:lumOff val="-451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Value (V)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/>
            <a:t>Quelle information vais-je transmettre ?</a:t>
          </a:r>
        </a:p>
      </dsp:txBody>
      <dsp:txXfrm>
        <a:off x="343595" y="3156740"/>
        <a:ext cx="1233728" cy="75349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CD45D6-FB7F-4469-82C6-D5D18092D01A}">
      <dsp:nvSpPr>
        <dsp:cNvPr id="0" name=""/>
        <dsp:cNvSpPr/>
      </dsp:nvSpPr>
      <dsp:spPr>
        <a:xfrm>
          <a:off x="461" y="480904"/>
          <a:ext cx="1801492" cy="108089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>
              <a:solidFill>
                <a:schemeClr val="tx1"/>
              </a:solidFill>
            </a:rPr>
            <a:t>1. Chaque patch génère :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>
              <a:solidFill>
                <a:schemeClr val="tx1"/>
              </a:solidFill>
            </a:rPr>
            <a:t>   - </a:t>
          </a:r>
          <a:r>
            <a:rPr lang="fr-FR" sz="1200" kern="1200" dirty="0" err="1">
              <a:solidFill>
                <a:schemeClr val="tx1"/>
              </a:solidFill>
            </a:rPr>
            <a:t>Query</a:t>
          </a:r>
          <a:r>
            <a:rPr lang="fr-FR" sz="1200" kern="1200" dirty="0">
              <a:solidFill>
                <a:schemeClr val="tx1"/>
              </a:solidFill>
            </a:rPr>
            <a:t> (Q)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>
              <a:solidFill>
                <a:schemeClr val="tx1"/>
              </a:solidFill>
            </a:rPr>
            <a:t>   - Key (K)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>
              <a:solidFill>
                <a:schemeClr val="tx1"/>
              </a:solidFill>
            </a:rPr>
            <a:t>   - Value (V)</a:t>
          </a:r>
        </a:p>
      </dsp:txBody>
      <dsp:txXfrm>
        <a:off x="461" y="480904"/>
        <a:ext cx="1801492" cy="1080895"/>
      </dsp:txXfrm>
    </dsp:sp>
    <dsp:sp modelId="{96EE27C1-1978-4A69-8E6D-53E5F713EF4C}">
      <dsp:nvSpPr>
        <dsp:cNvPr id="0" name=""/>
        <dsp:cNvSpPr/>
      </dsp:nvSpPr>
      <dsp:spPr>
        <a:xfrm>
          <a:off x="1982104" y="480904"/>
          <a:ext cx="1801492" cy="1080895"/>
        </a:xfrm>
        <a:prstGeom prst="rect">
          <a:avLst/>
        </a:prstGeom>
        <a:solidFill>
          <a:schemeClr val="accent4">
            <a:hueOff val="-247353"/>
            <a:satOff val="-1423"/>
            <a:lumOff val="-112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>
              <a:solidFill>
                <a:schemeClr val="tx1"/>
              </a:solidFill>
            </a:rPr>
            <a:t>2. Les </a:t>
          </a:r>
          <a:r>
            <a:rPr lang="fr-FR" sz="1500" kern="1200" dirty="0" err="1">
              <a:solidFill>
                <a:schemeClr val="tx1"/>
              </a:solidFill>
            </a:rPr>
            <a:t>Query</a:t>
          </a:r>
          <a:r>
            <a:rPr lang="fr-FR" sz="1500" kern="1200" dirty="0">
              <a:solidFill>
                <a:schemeClr val="tx1"/>
              </a:solidFill>
            </a:rPr>
            <a:t> sont comparées aux Key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>
              <a:solidFill>
                <a:schemeClr val="tx1"/>
              </a:solidFill>
            </a:rPr>
            <a:t>calcul d'un score d'attention</a:t>
          </a:r>
        </a:p>
      </dsp:txBody>
      <dsp:txXfrm>
        <a:off x="1982104" y="480904"/>
        <a:ext cx="1801492" cy="1080895"/>
      </dsp:txXfrm>
    </dsp:sp>
    <dsp:sp modelId="{1F87AB91-9FE0-4510-9B32-055C4FBA0A41}">
      <dsp:nvSpPr>
        <dsp:cNvPr id="0" name=""/>
        <dsp:cNvSpPr/>
      </dsp:nvSpPr>
      <dsp:spPr>
        <a:xfrm>
          <a:off x="461" y="1741949"/>
          <a:ext cx="1801492" cy="1080895"/>
        </a:xfrm>
        <a:prstGeom prst="rect">
          <a:avLst/>
        </a:prstGeom>
        <a:solidFill>
          <a:schemeClr val="accent4">
            <a:hueOff val="-494707"/>
            <a:satOff val="-2845"/>
            <a:lumOff val="-225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>
              <a:solidFill>
                <a:schemeClr val="tx1"/>
              </a:solidFill>
            </a:rPr>
            <a:t>3. Les scores sont normalisés (</a:t>
          </a:r>
          <a:r>
            <a:rPr lang="fr-FR" sz="1500" kern="1200" dirty="0" err="1">
              <a:solidFill>
                <a:schemeClr val="tx1"/>
              </a:solidFill>
            </a:rPr>
            <a:t>Softmax</a:t>
          </a:r>
          <a:r>
            <a:rPr lang="fr-FR" sz="1500" kern="1200" dirty="0">
              <a:solidFill>
                <a:schemeClr val="tx1"/>
              </a:solidFill>
            </a:rPr>
            <a:t>) → poids d'importance</a:t>
          </a:r>
        </a:p>
      </dsp:txBody>
      <dsp:txXfrm>
        <a:off x="461" y="1741949"/>
        <a:ext cx="1801492" cy="1080895"/>
      </dsp:txXfrm>
    </dsp:sp>
    <dsp:sp modelId="{614EC312-112A-4EBF-B34F-C8A2DC5E50BC}">
      <dsp:nvSpPr>
        <dsp:cNvPr id="0" name=""/>
        <dsp:cNvSpPr/>
      </dsp:nvSpPr>
      <dsp:spPr>
        <a:xfrm>
          <a:off x="1982104" y="1741949"/>
          <a:ext cx="1801492" cy="1080895"/>
        </a:xfrm>
        <a:prstGeom prst="rect">
          <a:avLst/>
        </a:prstGeom>
        <a:solidFill>
          <a:schemeClr val="accent4">
            <a:hueOff val="-742060"/>
            <a:satOff val="-4268"/>
            <a:lumOff val="-338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>
              <a:solidFill>
                <a:schemeClr val="tx1"/>
              </a:solidFill>
            </a:rPr>
            <a:t>4. Les Value sont pondérées par ces poids</a:t>
          </a:r>
        </a:p>
      </dsp:txBody>
      <dsp:txXfrm>
        <a:off x="1982104" y="1741949"/>
        <a:ext cx="1801492" cy="1080895"/>
      </dsp:txXfrm>
    </dsp:sp>
    <dsp:sp modelId="{09998195-BD6A-4F9C-A077-3A7956CC330B}">
      <dsp:nvSpPr>
        <dsp:cNvPr id="0" name=""/>
        <dsp:cNvSpPr/>
      </dsp:nvSpPr>
      <dsp:spPr>
        <a:xfrm>
          <a:off x="991283" y="3002994"/>
          <a:ext cx="1801492" cy="1080895"/>
        </a:xfrm>
        <a:prstGeom prst="rect">
          <a:avLst/>
        </a:prstGeom>
        <a:solidFill>
          <a:schemeClr val="accent4">
            <a:hueOff val="-989414"/>
            <a:satOff val="-5690"/>
            <a:lumOff val="-451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>
              <a:solidFill>
                <a:schemeClr val="tx1"/>
              </a:solidFill>
            </a:rPr>
            <a:t>5. Chaque patch obtient une représentation enrichie</a:t>
          </a:r>
        </a:p>
      </dsp:txBody>
      <dsp:txXfrm>
        <a:off x="991283" y="3002994"/>
        <a:ext cx="1801492" cy="108089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6B9171-FF3E-4DE7-AE61-83C34C391309}">
      <dsp:nvSpPr>
        <dsp:cNvPr id="0" name=""/>
        <dsp:cNvSpPr/>
      </dsp:nvSpPr>
      <dsp:spPr>
        <a:xfrm>
          <a:off x="512679" y="0"/>
          <a:ext cx="1902786" cy="1663275"/>
        </a:xfrm>
        <a:prstGeom prst="rightArrow">
          <a:avLst>
            <a:gd name="adj1" fmla="val 70000"/>
            <a:gd name="adj2" fmla="val 5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6985" rIns="13970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 err="1"/>
            <a:t>Query</a:t>
          </a:r>
          <a:r>
            <a:rPr lang="fr-FR" sz="1100" kern="1200" dirty="0"/>
            <a:t> (Q) compare les Key (K) des autres patchs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/>
            <a:t>T =Transpose pour produit scalaire</a:t>
          </a:r>
        </a:p>
      </dsp:txBody>
      <dsp:txXfrm>
        <a:off x="988376" y="249491"/>
        <a:ext cx="927608" cy="1164293"/>
      </dsp:txXfrm>
    </dsp:sp>
    <dsp:sp modelId="{FE40DCA0-E987-4B4B-891E-2632D64BFEDA}">
      <dsp:nvSpPr>
        <dsp:cNvPr id="0" name=""/>
        <dsp:cNvSpPr/>
      </dsp:nvSpPr>
      <dsp:spPr>
        <a:xfrm>
          <a:off x="36983" y="355940"/>
          <a:ext cx="951393" cy="95139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QK</a:t>
          </a:r>
          <a:r>
            <a:rPr lang="fr-FR" sz="1200" kern="1200" baseline="30000" dirty="0"/>
            <a:t>T</a:t>
          </a:r>
          <a:endParaRPr lang="fr-FR" sz="1200" kern="1200" dirty="0"/>
        </a:p>
      </dsp:txBody>
      <dsp:txXfrm>
        <a:off x="176311" y="495268"/>
        <a:ext cx="672737" cy="672737"/>
      </dsp:txXfrm>
    </dsp:sp>
    <dsp:sp modelId="{2D694FA3-3D9D-4B8E-B72A-7DF1FD74C534}">
      <dsp:nvSpPr>
        <dsp:cNvPr id="0" name=""/>
        <dsp:cNvSpPr/>
      </dsp:nvSpPr>
      <dsp:spPr>
        <a:xfrm>
          <a:off x="3010887" y="0"/>
          <a:ext cx="1902786" cy="1663275"/>
        </a:xfrm>
        <a:prstGeom prst="rightArrow">
          <a:avLst>
            <a:gd name="adj1" fmla="val 70000"/>
            <a:gd name="adj2" fmla="val 5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6985" rIns="13970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/>
            <a:t>Vecteur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/>
            <a:t>Mesure l'importance des autres patchs</a:t>
          </a:r>
        </a:p>
      </dsp:txBody>
      <dsp:txXfrm>
        <a:off x="3486583" y="249491"/>
        <a:ext cx="927608" cy="1164293"/>
      </dsp:txXfrm>
    </dsp:sp>
    <dsp:sp modelId="{D33EC50E-60A2-4C3A-9403-6A2494E18EC3}">
      <dsp:nvSpPr>
        <dsp:cNvPr id="0" name=""/>
        <dsp:cNvSpPr/>
      </dsp:nvSpPr>
      <dsp:spPr>
        <a:xfrm>
          <a:off x="2535190" y="355940"/>
          <a:ext cx="951393" cy="95139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Score d'attention</a:t>
          </a:r>
        </a:p>
      </dsp:txBody>
      <dsp:txXfrm>
        <a:off x="2674518" y="495268"/>
        <a:ext cx="672737" cy="672737"/>
      </dsp:txXfrm>
    </dsp:sp>
    <dsp:sp modelId="{0E2322CB-4344-4426-808A-D4CE6E63F21E}">
      <dsp:nvSpPr>
        <dsp:cNvPr id="0" name=""/>
        <dsp:cNvSpPr/>
      </dsp:nvSpPr>
      <dsp:spPr>
        <a:xfrm>
          <a:off x="5509094" y="0"/>
          <a:ext cx="1902786" cy="1663275"/>
        </a:xfrm>
        <a:prstGeom prst="rightArrow">
          <a:avLst>
            <a:gd name="adj1" fmla="val 70000"/>
            <a:gd name="adj2" fmla="val 5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6985" rIns="13970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/>
            <a:t>Normalisation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/>
            <a:t>Somme des valeurs = 1 </a:t>
          </a:r>
        </a:p>
      </dsp:txBody>
      <dsp:txXfrm>
        <a:off x="5984791" y="249491"/>
        <a:ext cx="927608" cy="1164293"/>
      </dsp:txXfrm>
    </dsp:sp>
    <dsp:sp modelId="{0B092223-5572-44EA-A7C4-8131436BB6FB}">
      <dsp:nvSpPr>
        <dsp:cNvPr id="0" name=""/>
        <dsp:cNvSpPr/>
      </dsp:nvSpPr>
      <dsp:spPr>
        <a:xfrm>
          <a:off x="5033398" y="355940"/>
          <a:ext cx="951393" cy="95139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Softmax</a:t>
          </a:r>
          <a:endParaRPr lang="fr-FR" sz="1200" kern="1200" dirty="0"/>
        </a:p>
      </dsp:txBody>
      <dsp:txXfrm>
        <a:off x="5172726" y="495268"/>
        <a:ext cx="672737" cy="672737"/>
      </dsp:txXfrm>
    </dsp:sp>
    <dsp:sp modelId="{2AF7A007-6F76-48EC-B0DB-A376DF0197B1}">
      <dsp:nvSpPr>
        <dsp:cNvPr id="0" name=""/>
        <dsp:cNvSpPr/>
      </dsp:nvSpPr>
      <dsp:spPr>
        <a:xfrm>
          <a:off x="8007302" y="0"/>
          <a:ext cx="1902786" cy="1663275"/>
        </a:xfrm>
        <a:prstGeom prst="rightArrow">
          <a:avLst>
            <a:gd name="adj1" fmla="val 70000"/>
            <a:gd name="adj2" fmla="val 5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6985" rIns="13970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/>
            <a:t>Applique aux</a:t>
          </a:r>
          <a:br>
            <a:rPr lang="fr-FR" sz="1100" kern="1200" dirty="0"/>
          </a:br>
          <a:r>
            <a:rPr lang="fr-FR" sz="1100" kern="1200" dirty="0"/>
            <a:t>Value (V)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dirty="0"/>
            <a:t>Information enrichie</a:t>
          </a:r>
        </a:p>
      </dsp:txBody>
      <dsp:txXfrm>
        <a:off x="8482998" y="249491"/>
        <a:ext cx="927608" cy="1164293"/>
      </dsp:txXfrm>
    </dsp:sp>
    <dsp:sp modelId="{393B26FF-CB2A-4865-954B-0BD2EE9F7DA0}">
      <dsp:nvSpPr>
        <dsp:cNvPr id="0" name=""/>
        <dsp:cNvSpPr/>
      </dsp:nvSpPr>
      <dsp:spPr>
        <a:xfrm>
          <a:off x="7531605" y="355940"/>
          <a:ext cx="951393" cy="95139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Poids d'attention</a:t>
          </a:r>
        </a:p>
      </dsp:txBody>
      <dsp:txXfrm>
        <a:off x="7670933" y="495268"/>
        <a:ext cx="672737" cy="67273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FC5E0B-E020-43CA-9BF7-00CF3AA07777}">
      <dsp:nvSpPr>
        <dsp:cNvPr id="0" name=""/>
        <dsp:cNvSpPr/>
      </dsp:nvSpPr>
      <dsp:spPr>
        <a:xfrm rot="5400000">
          <a:off x="-190921" y="192937"/>
          <a:ext cx="1272812" cy="89096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schemeClr val="tx1"/>
              </a:solidFill>
            </a:rPr>
            <a:t>Taille des images</a:t>
          </a:r>
        </a:p>
      </dsp:txBody>
      <dsp:txXfrm rot="-5400000">
        <a:off x="1" y="447499"/>
        <a:ext cx="890968" cy="381844"/>
      </dsp:txXfrm>
    </dsp:sp>
    <dsp:sp modelId="{62C482C6-F273-4DBF-83C8-948B83FC8998}">
      <dsp:nvSpPr>
        <dsp:cNvPr id="0" name=""/>
        <dsp:cNvSpPr/>
      </dsp:nvSpPr>
      <dsp:spPr>
        <a:xfrm rot="5400000">
          <a:off x="2677743" y="-1784759"/>
          <a:ext cx="827328" cy="440087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Respect des dimensions max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Respect des proportions</a:t>
          </a:r>
        </a:p>
      </dsp:txBody>
      <dsp:txXfrm rot="-5400000">
        <a:off x="890969" y="42402"/>
        <a:ext cx="4360491" cy="746554"/>
      </dsp:txXfrm>
    </dsp:sp>
    <dsp:sp modelId="{27450EED-FCD3-4EE5-A30C-5B97E184B814}">
      <dsp:nvSpPr>
        <dsp:cNvPr id="0" name=""/>
        <dsp:cNvSpPr/>
      </dsp:nvSpPr>
      <dsp:spPr>
        <a:xfrm rot="5400000">
          <a:off x="-190921" y="1266634"/>
          <a:ext cx="1272812" cy="89096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schemeClr val="tx1"/>
              </a:solidFill>
            </a:rPr>
            <a:t>Split</a:t>
          </a:r>
        </a:p>
      </dsp:txBody>
      <dsp:txXfrm rot="-5400000">
        <a:off x="1" y="1521196"/>
        <a:ext cx="890968" cy="381844"/>
      </dsp:txXfrm>
    </dsp:sp>
    <dsp:sp modelId="{4CEFCBE9-1F9C-4063-8448-AD595E341F63}">
      <dsp:nvSpPr>
        <dsp:cNvPr id="0" name=""/>
        <dsp:cNvSpPr/>
      </dsp:nvSpPr>
      <dsp:spPr>
        <a:xfrm rot="5400000">
          <a:off x="2677743" y="-711062"/>
          <a:ext cx="827328" cy="440087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Séparation du </a:t>
          </a:r>
          <a:r>
            <a:rPr lang="fr-FR" sz="1400" kern="1200" dirty="0" err="1"/>
            <a:t>dataset</a:t>
          </a:r>
          <a:endParaRPr lang="fr-FR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Train (672 images), Validation (168 images), Test (210 images)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Respect de la distribution des classes</a:t>
          </a:r>
        </a:p>
      </dsp:txBody>
      <dsp:txXfrm rot="-5400000">
        <a:off x="890969" y="1116099"/>
        <a:ext cx="4360491" cy="746554"/>
      </dsp:txXfrm>
    </dsp:sp>
    <dsp:sp modelId="{DB640226-AADB-4721-95D7-36E2E2918602}">
      <dsp:nvSpPr>
        <dsp:cNvPr id="0" name=""/>
        <dsp:cNvSpPr/>
      </dsp:nvSpPr>
      <dsp:spPr>
        <a:xfrm rot="5400000">
          <a:off x="-190921" y="2340330"/>
          <a:ext cx="1272812" cy="89096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schemeClr val="tx1"/>
              </a:solidFill>
            </a:rPr>
            <a:t>Data Augmentation</a:t>
          </a:r>
        </a:p>
      </dsp:txBody>
      <dsp:txXfrm rot="-5400000">
        <a:off x="1" y="2594892"/>
        <a:ext cx="890968" cy="381844"/>
      </dsp:txXfrm>
    </dsp:sp>
    <dsp:sp modelId="{02383B04-5D4F-4FBD-9807-CB63B0F10BDF}">
      <dsp:nvSpPr>
        <dsp:cNvPr id="0" name=""/>
        <dsp:cNvSpPr/>
      </dsp:nvSpPr>
      <dsp:spPr>
        <a:xfrm rot="5400000">
          <a:off x="2677526" y="362851"/>
          <a:ext cx="827763" cy="440087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Décalage horizontal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Décalage vertical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Retournement vertical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 err="1"/>
            <a:t>preprocess_input</a:t>
          </a:r>
          <a:r>
            <a:rPr lang="fr-FR" sz="1400" kern="1200" dirty="0"/>
            <a:t> (prétraitement pour VGG16)</a:t>
          </a:r>
        </a:p>
      </dsp:txBody>
      <dsp:txXfrm rot="-5400000">
        <a:off x="890969" y="2189816"/>
        <a:ext cx="4360470" cy="74694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FC5E0B-E020-43CA-9BF7-00CF3AA07777}">
      <dsp:nvSpPr>
        <dsp:cNvPr id="0" name=""/>
        <dsp:cNvSpPr/>
      </dsp:nvSpPr>
      <dsp:spPr>
        <a:xfrm rot="5400000">
          <a:off x="-190921" y="192937"/>
          <a:ext cx="1272812" cy="890968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schemeClr val="tx1"/>
              </a:solidFill>
            </a:rPr>
            <a:t>Transfer Learning</a:t>
          </a:r>
        </a:p>
      </dsp:txBody>
      <dsp:txXfrm rot="-5400000">
        <a:off x="1" y="447499"/>
        <a:ext cx="890968" cy="381844"/>
      </dsp:txXfrm>
    </dsp:sp>
    <dsp:sp modelId="{62C482C6-F273-4DBF-83C8-948B83FC8998}">
      <dsp:nvSpPr>
        <dsp:cNvPr id="0" name=""/>
        <dsp:cNvSpPr/>
      </dsp:nvSpPr>
      <dsp:spPr>
        <a:xfrm rot="5400000">
          <a:off x="2677743" y="-1784759"/>
          <a:ext cx="827328" cy="440087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Chargement du modèle pré-entraîné sur </a:t>
          </a:r>
          <a:r>
            <a:rPr lang="fr-FR" sz="1400" kern="1200" dirty="0" err="1"/>
            <a:t>ImageNet</a:t>
          </a:r>
          <a:endParaRPr lang="fr-FR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b="1" kern="1200" dirty="0" err="1"/>
            <a:t>Feature</a:t>
          </a:r>
          <a:r>
            <a:rPr lang="fr-FR" sz="1400" b="1" kern="1200" dirty="0"/>
            <a:t> Extraction</a:t>
          </a:r>
          <a:r>
            <a:rPr lang="fr-FR" sz="1400" kern="1200" dirty="0"/>
            <a:t> :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Gèle des couches du réseau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Entraîner uniquement le classifieur final</a:t>
          </a:r>
        </a:p>
      </dsp:txBody>
      <dsp:txXfrm rot="-5400000">
        <a:off x="890969" y="42402"/>
        <a:ext cx="4360491" cy="746554"/>
      </dsp:txXfrm>
    </dsp:sp>
    <dsp:sp modelId="{7CD504CC-04AA-4F73-957E-D7328694C654}">
      <dsp:nvSpPr>
        <dsp:cNvPr id="0" name=""/>
        <dsp:cNvSpPr/>
      </dsp:nvSpPr>
      <dsp:spPr>
        <a:xfrm rot="5400000">
          <a:off x="-190921" y="1266634"/>
          <a:ext cx="1272812" cy="890968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schemeClr val="tx1"/>
              </a:solidFill>
            </a:rPr>
            <a:t>Callback</a:t>
          </a:r>
        </a:p>
      </dsp:txBody>
      <dsp:txXfrm rot="-5400000">
        <a:off x="1" y="1521196"/>
        <a:ext cx="890968" cy="381844"/>
      </dsp:txXfrm>
    </dsp:sp>
    <dsp:sp modelId="{06BD1EF8-6F66-43D3-97B5-42BF2071FA9B}">
      <dsp:nvSpPr>
        <dsp:cNvPr id="0" name=""/>
        <dsp:cNvSpPr/>
      </dsp:nvSpPr>
      <dsp:spPr>
        <a:xfrm rot="5400000">
          <a:off x="2677743" y="-711062"/>
          <a:ext cx="827328" cy="440087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Surveillance de </a:t>
          </a:r>
          <a:r>
            <a:rPr lang="fr-FR" sz="1400" kern="1200" dirty="0" err="1"/>
            <a:t>val_</a:t>
          </a:r>
          <a:r>
            <a:rPr lang="fr-FR" sz="1400" b="1" kern="1200" dirty="0" err="1"/>
            <a:t>loss</a:t>
          </a:r>
          <a:r>
            <a:rPr lang="fr-FR" sz="1400" kern="1200" dirty="0"/>
            <a:t> (Erreur + indice de confiance)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Sauvegarder meilleur modèle (plus faible </a:t>
          </a:r>
          <a:r>
            <a:rPr lang="fr-FR" sz="1400" b="0" kern="1200" dirty="0" err="1"/>
            <a:t>loss</a:t>
          </a:r>
          <a:r>
            <a:rPr lang="fr-FR" sz="1400" b="1" kern="1200" dirty="0"/>
            <a:t>)</a:t>
          </a:r>
          <a:r>
            <a:rPr lang="fr-FR" sz="1400" kern="1200" dirty="0"/>
            <a:t> </a:t>
          </a:r>
        </a:p>
      </dsp:txBody>
      <dsp:txXfrm rot="-5400000">
        <a:off x="890969" y="1116099"/>
        <a:ext cx="4360491" cy="746554"/>
      </dsp:txXfrm>
    </dsp:sp>
    <dsp:sp modelId="{2FBD1055-2DD8-4938-9FD8-0FDC866F984E}">
      <dsp:nvSpPr>
        <dsp:cNvPr id="0" name=""/>
        <dsp:cNvSpPr/>
      </dsp:nvSpPr>
      <dsp:spPr>
        <a:xfrm rot="5400000">
          <a:off x="-190921" y="2340330"/>
          <a:ext cx="1272812" cy="890968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 err="1">
              <a:solidFill>
                <a:schemeClr val="tx1"/>
              </a:solidFill>
            </a:rPr>
            <a:t>Early</a:t>
          </a:r>
          <a:r>
            <a:rPr lang="fr-FR" sz="1400" b="1" kern="1200" dirty="0">
              <a:solidFill>
                <a:schemeClr val="tx1"/>
              </a:solidFill>
            </a:rPr>
            <a:t> </a:t>
          </a:r>
          <a:r>
            <a:rPr lang="fr-FR" sz="1400" b="1" kern="1200" dirty="0" err="1">
              <a:solidFill>
                <a:schemeClr val="tx1"/>
              </a:solidFill>
            </a:rPr>
            <a:t>Stopping</a:t>
          </a:r>
          <a:endParaRPr lang="fr-FR" sz="1400" b="1" kern="1200" dirty="0">
            <a:solidFill>
              <a:schemeClr val="tx1"/>
            </a:solidFill>
          </a:endParaRPr>
        </a:p>
      </dsp:txBody>
      <dsp:txXfrm rot="-5400000">
        <a:off x="1" y="2594892"/>
        <a:ext cx="890968" cy="381844"/>
      </dsp:txXfrm>
    </dsp:sp>
    <dsp:sp modelId="{16DA2D8E-F043-4520-9D90-2A6701944B9A}">
      <dsp:nvSpPr>
        <dsp:cNvPr id="0" name=""/>
        <dsp:cNvSpPr/>
      </dsp:nvSpPr>
      <dsp:spPr>
        <a:xfrm rot="5400000">
          <a:off x="2677743" y="362633"/>
          <a:ext cx="827328" cy="440087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Stoppe l’entraînement si </a:t>
          </a:r>
          <a:r>
            <a:rPr lang="fr-FR" sz="1400" kern="1200" dirty="0" err="1"/>
            <a:t>loss</a:t>
          </a:r>
          <a:r>
            <a:rPr lang="fr-FR" sz="1400" kern="1200" dirty="0"/>
            <a:t> ne progresse plus</a:t>
          </a:r>
        </a:p>
      </dsp:txBody>
      <dsp:txXfrm rot="-5400000">
        <a:off x="890969" y="2189795"/>
        <a:ext cx="4360491" cy="7465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67DA884C-1C7B-E391-4693-F9FAE42490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0B6BE55-E955-93BC-E48B-3184CB12E22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E65BC6-0B19-4ACC-80E6-64211A65D66E}" type="datetimeFigureOut">
              <a:rPr lang="fr-FR" smtClean="0"/>
              <a:t>05/10/2026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6EF8680-E59C-20FC-1CD8-4B90671FBE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0ABC9F8-FB01-D93D-BD64-17CBA770710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FEB7F1-7FB5-4572-B65D-C231F20C9148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40578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A37936-CE13-4AA3-BAE5-459267A78857}" type="datetimeFigureOut">
              <a:rPr lang="fr-FR" smtClean="0"/>
              <a:t>05/10/2026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6922B6-DA8B-40F7-8C74-EBC22EA74454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7988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922B6-DA8B-40F7-8C74-EBC22EA74454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09008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922B6-DA8B-40F7-8C74-EBC22EA74454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97589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922B6-DA8B-40F7-8C74-EBC22EA74454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96929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922B6-DA8B-40F7-8C74-EBC22EA74454}" type="slidenum">
              <a:rPr lang="fr-FR" smtClean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248096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922B6-DA8B-40F7-8C74-EBC22EA74454}" type="slidenum">
              <a:rPr lang="fr-FR" smtClean="0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97946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922B6-DA8B-40F7-8C74-EBC22EA74454}" type="slidenum">
              <a:rPr lang="fr-FR" smtClean="0"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9369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922B6-DA8B-40F7-8C74-EBC22EA74454}" type="slidenum">
              <a:rPr lang="fr-FR" smtClean="0"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544763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922B6-DA8B-40F7-8C74-EBC22EA74454}" type="slidenum">
              <a:rPr lang="fr-FR" smtClean="0"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190226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Au départ le modèle détermine le poids : WQ, WK, WV de chaque patch puis s’enrichi au pdt l’entrainement avec la formule de calcule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922B6-DA8B-40F7-8C74-EBC22EA74454}" type="slidenum">
              <a:rPr lang="fr-FR" smtClean="0"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565300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 = transpose, passe d’une matrice horizontale à verticale (produit scalaire)</a:t>
            </a:r>
          </a:p>
          <a:p>
            <a:r>
              <a:rPr lang="fr-FR" dirty="0"/>
              <a:t>Au départ, les matrices de projection WQ, WK et WV sont initialisées aléatoirement. Elles permettent de calculer les vecteurs </a:t>
            </a:r>
            <a:r>
              <a:rPr lang="fr-FR" dirty="0" err="1"/>
              <a:t>Query</a:t>
            </a:r>
            <a:r>
              <a:rPr lang="fr-FR" dirty="0"/>
              <a:t>, Key et Value de chaque patch.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922B6-DA8B-40F7-8C74-EBC22EA74454}" type="slidenum">
              <a:rPr lang="fr-FR" smtClean="0"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345592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D’autres modèles récent (DeiT (adapté pour peu de données), </a:t>
            </a:r>
            <a:r>
              <a:rPr lang="fr-FR" dirty="0" err="1"/>
              <a:t>Swin</a:t>
            </a:r>
            <a:r>
              <a:rPr lang="fr-FR" dirty="0"/>
              <a:t> Transformer, MAE) cherchent à corriger les faiblesses de ViT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922B6-DA8B-40F7-8C74-EBC22EA74454}" type="slidenum">
              <a:rPr lang="fr-FR" smtClean="0"/>
              <a:t>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8581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710F1-C041-4522-8404-05C3A92EFBB3}" type="datetimeFigureOut">
              <a:rPr lang="fr-FR" smtClean="0"/>
              <a:t>05/10/2026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759E-31E2-4A7C-9146-2B6CDDB035A8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75367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710F1-C041-4522-8404-05C3A92EFBB3}" type="datetimeFigureOut">
              <a:rPr lang="fr-FR" smtClean="0"/>
              <a:t>05/10/2026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759E-31E2-4A7C-9146-2B6CDDB035A8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85130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710F1-C041-4522-8404-05C3A92EFBB3}" type="datetimeFigureOut">
              <a:rPr lang="fr-FR" smtClean="0"/>
              <a:t>05/10/2026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759E-31E2-4A7C-9146-2B6CDDB035A8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68420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710F1-C041-4522-8404-05C3A92EFBB3}" type="datetimeFigureOut">
              <a:rPr lang="fr-FR" smtClean="0"/>
              <a:t>05/10/2026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759E-31E2-4A7C-9146-2B6CDDB035A8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29202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710F1-C041-4522-8404-05C3A92EFBB3}" type="datetimeFigureOut">
              <a:rPr lang="fr-FR" smtClean="0"/>
              <a:t>05/10/2026</a:t>
            </a:fld>
            <a:endParaRPr lang="fr-F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759E-31E2-4A7C-9146-2B6CDDB035A8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49670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710F1-C041-4522-8404-05C3A92EFBB3}" type="datetimeFigureOut">
              <a:rPr lang="fr-FR" smtClean="0"/>
              <a:t>05/10/2026</a:t>
            </a:fld>
            <a:endParaRPr lang="fr-F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759E-31E2-4A7C-9146-2B6CDDB035A8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01387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710F1-C041-4522-8404-05C3A92EFBB3}" type="datetimeFigureOut">
              <a:rPr lang="fr-FR" smtClean="0"/>
              <a:t>05/10/2026</a:t>
            </a:fld>
            <a:endParaRPr lang="fr-F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759E-31E2-4A7C-9146-2B6CDDB035A8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0113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710F1-C041-4522-8404-05C3A92EFBB3}" type="datetimeFigureOut">
              <a:rPr lang="fr-FR" smtClean="0"/>
              <a:t>05/10/2026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759E-31E2-4A7C-9146-2B6CDDB035A8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81279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710F1-C041-4522-8404-05C3A92EFBB3}" type="datetimeFigureOut">
              <a:rPr lang="fr-FR" smtClean="0"/>
              <a:t>05/10/2026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759E-31E2-4A7C-9146-2B6CDDB035A8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3538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710F1-C041-4522-8404-05C3A92EFBB3}" type="datetimeFigureOut">
              <a:rPr lang="fr-FR" smtClean="0"/>
              <a:t>05/10/2026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759E-31E2-4A7C-9146-2B6CDDB035A8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24684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710F1-C041-4522-8404-05C3A92EFBB3}" type="datetimeFigureOut">
              <a:rPr lang="fr-FR" smtClean="0"/>
              <a:t>05/10/2026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759E-31E2-4A7C-9146-2B6CDDB035A8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993512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710F1-C041-4522-8404-05C3A92EFBB3}" type="datetimeFigureOut">
              <a:rPr lang="fr-FR" smtClean="0"/>
              <a:t>05/10/2026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759E-31E2-4A7C-9146-2B6CDDB035A8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137710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710F1-C041-4522-8404-05C3A92EFBB3}" type="datetimeFigureOut">
              <a:rPr lang="fr-FR" smtClean="0"/>
              <a:t>05/10/2026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759E-31E2-4A7C-9146-2B6CDDB035A8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544405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710F1-C041-4522-8404-05C3A92EFBB3}" type="datetimeFigureOut">
              <a:rPr lang="fr-FR" smtClean="0"/>
              <a:t>05/10/2026</a:t>
            </a:fld>
            <a:endParaRPr lang="fr-F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759E-31E2-4A7C-9146-2B6CDDB035A8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252519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710F1-C041-4522-8404-05C3A92EFBB3}" type="datetimeFigureOut">
              <a:rPr lang="fr-FR" smtClean="0"/>
              <a:t>05/10/2026</a:t>
            </a:fld>
            <a:endParaRPr lang="fr-F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759E-31E2-4A7C-9146-2B6CDDB035A8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179809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710F1-C041-4522-8404-05C3A92EFBB3}" type="datetimeFigureOut">
              <a:rPr lang="fr-FR" smtClean="0"/>
              <a:t>05/10/2026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759E-31E2-4A7C-9146-2B6CDDB035A8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98129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710F1-C041-4522-8404-05C3A92EFBB3}" type="datetimeFigureOut">
              <a:rPr lang="fr-FR" smtClean="0"/>
              <a:t>05/10/2026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759E-31E2-4A7C-9146-2B6CDDB035A8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14170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08153E-3AF6-6AE9-1D8B-35D55D782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780" y="385458"/>
            <a:ext cx="10364451" cy="448283"/>
          </a:xfrm>
        </p:spPr>
        <p:txBody>
          <a:bodyPr>
            <a:normAutofit/>
          </a:bodyPr>
          <a:lstStyle>
            <a:lvl1pPr algn="l">
              <a:defRPr sz="2400" cap="none" baseline="0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AC1D77-240B-3730-A5D3-F3C5905B3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6E47578-6A72-7AAB-1C3A-6464DCF07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710F1-C041-4522-8404-05C3A92EFBB3}" type="datetimeFigureOut">
              <a:rPr lang="fr-FR" smtClean="0"/>
              <a:t>05/10/2026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360A06-EE11-433E-0602-84806A606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425D62-DA91-3FC8-615A-847457152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2759E-31E2-4A7C-9146-2B6CDDB035A8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01637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01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6096000" y="0"/>
            <a:ext cx="3009900" cy="68580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4" y="1435947"/>
            <a:ext cx="4498971" cy="3041227"/>
          </a:xfrm>
        </p:spPr>
        <p:txBody>
          <a:bodyPr anchor="b">
            <a:noAutofit/>
          </a:bodyPr>
          <a:lstStyle>
            <a:lvl1pPr>
              <a:defRPr sz="54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A87BAAC-9384-2363-2089-821720F16D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02470" y="1200150"/>
            <a:ext cx="4006860" cy="44577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4994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587375" y="672874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7374" y="4720412"/>
            <a:ext cx="3492501" cy="36512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03331A5-D35A-E699-E3EA-6035EB0D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4" y="5123408"/>
            <a:ext cx="3492501" cy="36512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89C402F-EF33-BC3A-77ED-6EE9FAF0EAEA}"/>
              </a:ext>
            </a:extLst>
          </p:cNvPr>
          <p:cNvCxnSpPr>
            <a:cxnSpLocks/>
          </p:cNvCxnSpPr>
          <p:nvPr userDrawn="1"/>
        </p:nvCxnSpPr>
        <p:spPr>
          <a:xfrm>
            <a:off x="1638300" y="584994"/>
            <a:ext cx="996632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7477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01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587373" y="830583"/>
            <a:ext cx="11017251" cy="5196042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4" y="830582"/>
            <a:ext cx="11017250" cy="2800772"/>
          </a:xfrm>
        </p:spPr>
        <p:txBody>
          <a:bodyPr anchor="b">
            <a:noAutofit/>
          </a:bodyPr>
          <a:lstStyle>
            <a:lvl1pPr algn="ctr">
              <a:defRPr sz="54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>
            <a:cxnSpLocks/>
          </p:cNvCxnSpPr>
          <p:nvPr userDrawn="1"/>
        </p:nvCxnSpPr>
        <p:spPr>
          <a:xfrm>
            <a:off x="1638300" y="584994"/>
            <a:ext cx="996632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4994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587375" y="672874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7373" y="3874592"/>
            <a:ext cx="11017252" cy="36512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03331A5-D35A-E699-E3EA-6035EB0D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3" y="4277588"/>
            <a:ext cx="11017252" cy="36512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986302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01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587373" y="0"/>
            <a:ext cx="11017251" cy="3631349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4" y="830582"/>
            <a:ext cx="11017250" cy="2800772"/>
          </a:xfrm>
        </p:spPr>
        <p:txBody>
          <a:bodyPr anchor="b">
            <a:noAutofit/>
          </a:bodyPr>
          <a:lstStyle>
            <a:lvl1pPr algn="ctr">
              <a:defRPr sz="54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>
            <a:cxnSpLocks/>
          </p:cNvCxnSpPr>
          <p:nvPr userDrawn="1"/>
        </p:nvCxnSpPr>
        <p:spPr>
          <a:xfrm>
            <a:off x="1638300" y="584994"/>
            <a:ext cx="996632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4994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587375" y="672874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7373" y="3874592"/>
            <a:ext cx="11017252" cy="36512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03331A5-D35A-E699-E3EA-6035EB0D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3" y="4277588"/>
            <a:ext cx="11017252" cy="36512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1486374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S02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9103360" y="584200"/>
            <a:ext cx="3088640" cy="56896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4" y="2380828"/>
            <a:ext cx="5508626" cy="2096346"/>
          </a:xfrm>
        </p:spPr>
        <p:txBody>
          <a:bodyPr>
            <a:noAutofit/>
          </a:bodyPr>
          <a:lstStyle>
            <a:lvl1pPr>
              <a:defRPr sz="44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A87BAAC-9384-2363-2089-821720F16D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02470" y="1200150"/>
            <a:ext cx="5089530" cy="44577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>
            <a:cxnSpLocks/>
          </p:cNvCxnSpPr>
          <p:nvPr userDrawn="1"/>
        </p:nvCxnSpPr>
        <p:spPr>
          <a:xfrm>
            <a:off x="1638300" y="584994"/>
            <a:ext cx="42672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99D5D-5452-4897-02A9-A1B32F0BE968}"/>
              </a:ext>
            </a:extLst>
          </p:cNvPr>
          <p:cNvCxnSpPr>
            <a:cxnSpLocks/>
          </p:cNvCxnSpPr>
          <p:nvPr userDrawn="1"/>
        </p:nvCxnSpPr>
        <p:spPr>
          <a:xfrm>
            <a:off x="10345266" y="584994"/>
            <a:ext cx="1259359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4994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587375" y="672874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7374" y="4720412"/>
            <a:ext cx="3492501" cy="365126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b="1" dirty="0">
                <a:solidFill>
                  <a:schemeClr val="tx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Click to edit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03331A5-D35A-E699-E3EA-6035EB0D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4" y="5123408"/>
            <a:ext cx="3492501" cy="365126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901847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S02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1173478" y="2247899"/>
            <a:ext cx="9845042" cy="3352797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304" y="2380828"/>
            <a:ext cx="9577389" cy="2096346"/>
          </a:xfrm>
        </p:spPr>
        <p:txBody>
          <a:bodyPr>
            <a:noAutofit/>
          </a:bodyPr>
          <a:lstStyle>
            <a:lvl1pPr algn="ctr">
              <a:defRPr sz="44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>
            <a:cxnSpLocks/>
          </p:cNvCxnSpPr>
          <p:nvPr userDrawn="1"/>
        </p:nvCxnSpPr>
        <p:spPr>
          <a:xfrm>
            <a:off x="1638300" y="584994"/>
            <a:ext cx="42672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99D5D-5452-4897-02A9-A1B32F0BE968}"/>
              </a:ext>
            </a:extLst>
          </p:cNvPr>
          <p:cNvCxnSpPr>
            <a:cxnSpLocks/>
          </p:cNvCxnSpPr>
          <p:nvPr userDrawn="1"/>
        </p:nvCxnSpPr>
        <p:spPr>
          <a:xfrm>
            <a:off x="10345266" y="584994"/>
            <a:ext cx="1259359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4994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587375" y="672874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07304" y="4720412"/>
            <a:ext cx="9577389" cy="365126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en-US" sz="1800" b="1" dirty="0">
                <a:solidFill>
                  <a:schemeClr val="tx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Click to edit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03331A5-D35A-E699-E3EA-6035EB0D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07304" y="5123408"/>
            <a:ext cx="9577389" cy="365126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4002489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S02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1173478" y="2247900"/>
            <a:ext cx="9845042" cy="23622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304" y="2380828"/>
            <a:ext cx="9577389" cy="2096346"/>
          </a:xfrm>
        </p:spPr>
        <p:txBody>
          <a:bodyPr>
            <a:noAutofit/>
          </a:bodyPr>
          <a:lstStyle>
            <a:lvl1pPr algn="ctr">
              <a:defRPr sz="44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>
            <a:cxnSpLocks/>
          </p:cNvCxnSpPr>
          <p:nvPr userDrawn="1"/>
        </p:nvCxnSpPr>
        <p:spPr>
          <a:xfrm>
            <a:off x="1638300" y="584994"/>
            <a:ext cx="42672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99D5D-5452-4897-02A9-A1B32F0BE968}"/>
              </a:ext>
            </a:extLst>
          </p:cNvPr>
          <p:cNvCxnSpPr>
            <a:cxnSpLocks/>
          </p:cNvCxnSpPr>
          <p:nvPr userDrawn="1"/>
        </p:nvCxnSpPr>
        <p:spPr>
          <a:xfrm>
            <a:off x="10345266" y="584994"/>
            <a:ext cx="1259359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4994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587375" y="672874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07304" y="4720412"/>
            <a:ext cx="9577389" cy="365126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en-US" sz="1800" b="1" dirty="0">
                <a:solidFill>
                  <a:schemeClr val="tx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Click to edit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03331A5-D35A-E699-E3EA-6035EB0D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07304" y="5123408"/>
            <a:ext cx="9577389" cy="365126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9433350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03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2110E5-7C92-C71B-6465-30BF86DFB662}"/>
              </a:ext>
            </a:extLst>
          </p:cNvPr>
          <p:cNvSpPr/>
          <p:nvPr userDrawn="1"/>
        </p:nvSpPr>
        <p:spPr>
          <a:xfrm>
            <a:off x="2052638" y="-9526"/>
            <a:ext cx="2027237" cy="1919289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0"/>
            <a:ext cx="10617993" cy="1325563"/>
          </a:xfrm>
        </p:spPr>
        <p:txBody>
          <a:bodyPr anchor="t">
            <a:noAutofit/>
          </a:bodyPr>
          <a:lstStyle>
            <a:lvl1pPr algn="l">
              <a:defRPr sz="44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5871CAC-832A-B0DC-B1EF-3A924B2538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5" y="2217375"/>
            <a:ext cx="4756150" cy="81059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2C2B6AE-BBD1-072F-11EA-3271514C5E0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7375" y="3299317"/>
            <a:ext cx="4756150" cy="81059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65C82AC-5994-E285-8E69-464595CDECB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87375" y="4381259"/>
            <a:ext cx="4756150" cy="81059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FE3C7A6-3FCF-AFDA-1AA0-A73590427D1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7375" y="5463201"/>
            <a:ext cx="4756150" cy="81059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FC9F35B-71D5-8680-CB9C-4FBADE9A4D6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848477" y="2217375"/>
            <a:ext cx="4756150" cy="81059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105CEFD-F325-0AB7-B814-0387A51F2E9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848477" y="3299317"/>
            <a:ext cx="4756150" cy="81059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517B3774-D454-C357-A847-214689F2756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848477" y="4381259"/>
            <a:ext cx="4756150" cy="81059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5EB56A41-7B9C-2619-491C-AE83CA1549A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848477" y="5463201"/>
            <a:ext cx="4756150" cy="81059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718022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03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2110E5-7C92-C71B-6465-30BF86DFB662}"/>
              </a:ext>
            </a:extLst>
          </p:cNvPr>
          <p:cNvSpPr/>
          <p:nvPr userDrawn="1"/>
        </p:nvSpPr>
        <p:spPr>
          <a:xfrm>
            <a:off x="2052638" y="-9526"/>
            <a:ext cx="2027237" cy="6283326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0" y="584200"/>
            <a:ext cx="6816248" cy="1325563"/>
          </a:xfrm>
        </p:spPr>
        <p:txBody>
          <a:bodyPr anchor="t">
            <a:noAutofit/>
          </a:bodyPr>
          <a:lstStyle>
            <a:lvl1pPr algn="l">
              <a:defRPr sz="44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3BCA78D2-DB67-9E06-381E-38B694DBDB7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1"/>
            <a:ext cx="3860800" cy="608922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5871CAC-832A-B0DC-B1EF-3A924B2538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89120" y="2217375"/>
            <a:ext cx="7215505" cy="81059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2C2B6AE-BBD1-072F-11EA-3271514C5E0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389120" y="3299317"/>
            <a:ext cx="7215505" cy="81059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65C82AC-5994-E285-8E69-464595CDECB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89120" y="4381259"/>
            <a:ext cx="7215505" cy="81059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FE3C7A6-3FCF-AFDA-1AA0-A73590427D1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89120" y="5463201"/>
            <a:ext cx="7215505" cy="81059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579400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mmary S04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2110E5-7C92-C71B-6465-30BF86DFB662}"/>
              </a:ext>
            </a:extLst>
          </p:cNvPr>
          <p:cNvSpPr/>
          <p:nvPr userDrawn="1"/>
        </p:nvSpPr>
        <p:spPr>
          <a:xfrm>
            <a:off x="8112125" y="806664"/>
            <a:ext cx="2027237" cy="6051336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584200"/>
            <a:ext cx="6521450" cy="1325563"/>
          </a:xfrm>
        </p:spPr>
        <p:txBody>
          <a:bodyPr anchor="t">
            <a:noAutofit/>
          </a:bodyPr>
          <a:lstStyle>
            <a:lvl1pPr algn="l">
              <a:defRPr sz="44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3BCA78D2-DB67-9E06-381E-38B694DBDB7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477250" y="934721"/>
            <a:ext cx="3714750" cy="592327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FC9F35B-71D5-8680-CB9C-4FBADE9A4D6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7375" y="2034496"/>
            <a:ext cx="6518276" cy="63419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F9F90F1-907D-7070-4FBA-4A2BC0B2F24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87375" y="2934238"/>
            <a:ext cx="6518276" cy="63419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503DD1B-1B73-8A6B-1E89-1961141AA87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87375" y="3833980"/>
            <a:ext cx="6518276" cy="63419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611618D-976B-988D-D033-8809F946AD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87375" y="4733722"/>
            <a:ext cx="6518276" cy="63419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D3E0708-8299-822D-7D8F-A540C3B56C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87375" y="5633463"/>
            <a:ext cx="6518276" cy="63419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522947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mmary S04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2110E5-7C92-C71B-6465-30BF86DFB662}"/>
              </a:ext>
            </a:extLst>
          </p:cNvPr>
          <p:cNvSpPr/>
          <p:nvPr userDrawn="1"/>
        </p:nvSpPr>
        <p:spPr>
          <a:xfrm>
            <a:off x="584200" y="584200"/>
            <a:ext cx="1443041" cy="5683461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537493" y="2709066"/>
            <a:ext cx="5689601" cy="1439865"/>
          </a:xfrm>
        </p:spPr>
        <p:txBody>
          <a:bodyPr anchor="ctr">
            <a:noAutofit/>
          </a:bodyPr>
          <a:lstStyle>
            <a:lvl1pPr algn="ctr">
              <a:defRPr sz="44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FC9F35B-71D5-8680-CB9C-4FBADE9A4D6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054350" y="584199"/>
            <a:ext cx="8245475" cy="1006047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F9F90F1-907D-7070-4FBA-4A2BC0B2F24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054350" y="1755088"/>
            <a:ext cx="8245475" cy="1006047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503DD1B-1B73-8A6B-1E89-1961141AA87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054350" y="2925977"/>
            <a:ext cx="8245475" cy="1006047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611618D-976B-988D-D033-8809F946AD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054350" y="4096866"/>
            <a:ext cx="8245475" cy="1006047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D3E0708-8299-822D-7D8F-A540C3B56C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054350" y="5267753"/>
            <a:ext cx="8245475" cy="1006047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3641676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mmary S04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2110E5-7C92-C71B-6465-30BF86DFB662}"/>
              </a:ext>
            </a:extLst>
          </p:cNvPr>
          <p:cNvSpPr/>
          <p:nvPr userDrawn="1"/>
        </p:nvSpPr>
        <p:spPr>
          <a:xfrm>
            <a:off x="5082381" y="2034496"/>
            <a:ext cx="2027237" cy="4823504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67F3D3-4A12-2E75-B01E-1D4FFC79BAB5}"/>
              </a:ext>
            </a:extLst>
          </p:cNvPr>
          <p:cNvSpPr/>
          <p:nvPr userDrawn="1"/>
        </p:nvSpPr>
        <p:spPr>
          <a:xfrm>
            <a:off x="584200" y="2034496"/>
            <a:ext cx="2027237" cy="4823504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BDC65A-83E7-C511-32D9-813802722A58}"/>
              </a:ext>
            </a:extLst>
          </p:cNvPr>
          <p:cNvSpPr/>
          <p:nvPr userDrawn="1"/>
        </p:nvSpPr>
        <p:spPr>
          <a:xfrm>
            <a:off x="9580563" y="2034496"/>
            <a:ext cx="2027237" cy="4823504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9" y="584201"/>
            <a:ext cx="11020425" cy="985520"/>
          </a:xfrm>
        </p:spPr>
        <p:txBody>
          <a:bodyPr anchor="t">
            <a:noAutofit/>
          </a:bodyPr>
          <a:lstStyle>
            <a:lvl1pPr algn="ctr">
              <a:defRPr sz="44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FC9F35B-71D5-8680-CB9C-4FBADE9A4D6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8649" y="2034496"/>
            <a:ext cx="1958339" cy="634198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F9F90F1-907D-7070-4FBA-4A2BC0B2F24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867740" y="2034496"/>
            <a:ext cx="1958339" cy="634198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503DD1B-1B73-8A6B-1E89-1961141AA87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116831" y="2034496"/>
            <a:ext cx="1958339" cy="634198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611618D-976B-988D-D033-8809F946AD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365922" y="2034496"/>
            <a:ext cx="1958339" cy="634198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D3E0708-8299-822D-7D8F-A540C3B56C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615012" y="2034496"/>
            <a:ext cx="1958339" cy="634198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158821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Us S05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F1ED8AC-A7D7-9FBC-CCA2-348E328FCF3B}"/>
              </a:ext>
            </a:extLst>
          </p:cNvPr>
          <p:cNvSpPr/>
          <p:nvPr userDrawn="1"/>
        </p:nvSpPr>
        <p:spPr>
          <a:xfrm>
            <a:off x="0" y="0"/>
            <a:ext cx="2027237" cy="68580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1" y="2766219"/>
            <a:ext cx="4502150" cy="1325563"/>
          </a:xfrm>
        </p:spPr>
        <p:txBody>
          <a:bodyPr anchor="ctr">
            <a:noAutofit/>
          </a:bodyPr>
          <a:lstStyle>
            <a:lvl1pPr algn="l">
              <a:defRPr sz="44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C6C9B8B2-1134-BB17-0F1A-D4997FE234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884932"/>
            <a:ext cx="5508625" cy="369827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Website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9C95E7AF-16F8-C807-CBD7-B8581B52CE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1466816"/>
            <a:ext cx="5508625" cy="369827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E00E7E40-44F1-FBBA-D92B-E50AC4F0DC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2263740"/>
            <a:ext cx="5508625" cy="369827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BE716859-CF38-04EB-9CC3-0E28EA77D2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0" y="2845624"/>
            <a:ext cx="5508625" cy="369827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10654B0D-9250-D988-A790-26613C32232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3642548"/>
            <a:ext cx="5508625" cy="369827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Phone Number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6905ADEF-9F91-866D-D04D-C5609B8D500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96000" y="4224432"/>
            <a:ext cx="5508625" cy="369827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8CF870E7-54E5-A28E-2F88-65A79CA0C1B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5021357"/>
            <a:ext cx="5508625" cy="369827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Location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BC4A4443-8C5D-4F1E-B047-DB6175BC03D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096000" y="5603241"/>
            <a:ext cx="5508625" cy="369827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35473985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Us S05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EFD1473-B43C-06B1-C392-B3E81C2C2851}"/>
              </a:ext>
            </a:extLst>
          </p:cNvPr>
          <p:cNvSpPr/>
          <p:nvPr userDrawn="1"/>
        </p:nvSpPr>
        <p:spPr>
          <a:xfrm>
            <a:off x="0" y="0"/>
            <a:ext cx="2027237" cy="68580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1" y="2766219"/>
            <a:ext cx="4502150" cy="1325563"/>
          </a:xfrm>
        </p:spPr>
        <p:txBody>
          <a:bodyPr anchor="ctr">
            <a:noAutofit/>
          </a:bodyPr>
          <a:lstStyle>
            <a:lvl1pPr algn="l">
              <a:defRPr sz="44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63B1BF72-95C9-C967-7334-A0E69CC06F4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6545581" y="1423585"/>
            <a:ext cx="4519294" cy="649031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1FC4FA2F-7AE9-168D-0D5A-DA4BFDBBB4F8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45581" y="2542308"/>
            <a:ext cx="4519294" cy="649031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F3754505-3926-F1C2-E5BB-1BA22BA50D3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545581" y="3661031"/>
            <a:ext cx="4519294" cy="649031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98442E5C-ECC0-EE1A-ADE1-CAA30ED3F3E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545581" y="4779754"/>
            <a:ext cx="4519294" cy="649031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D1BEECA7-6A89-70AF-0A62-FE1A39C53A28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839091" y="1491191"/>
            <a:ext cx="513817" cy="513817"/>
          </a:xfrm>
          <a:custGeom>
            <a:avLst/>
            <a:gdLst>
              <a:gd name="connsiteX0" fmla="*/ 391447 w 513817"/>
              <a:gd name="connsiteY0" fmla="*/ 270430 h 513817"/>
              <a:gd name="connsiteX1" fmla="*/ 294093 w 513817"/>
              <a:gd name="connsiteY1" fmla="*/ 469872 h 513817"/>
              <a:gd name="connsiteX2" fmla="*/ 472576 w 513817"/>
              <a:gd name="connsiteY2" fmla="*/ 270430 h 513817"/>
              <a:gd name="connsiteX3" fmla="*/ 270430 w 513817"/>
              <a:gd name="connsiteY3" fmla="*/ 270430 h 513817"/>
              <a:gd name="connsiteX4" fmla="*/ 270430 w 513817"/>
              <a:gd name="connsiteY4" fmla="*/ 456351 h 513817"/>
              <a:gd name="connsiteX5" fmla="*/ 364404 w 513817"/>
              <a:gd name="connsiteY5" fmla="*/ 270430 h 513817"/>
              <a:gd name="connsiteX6" fmla="*/ 149413 w 513817"/>
              <a:gd name="connsiteY6" fmla="*/ 270430 h 513817"/>
              <a:gd name="connsiteX7" fmla="*/ 243387 w 513817"/>
              <a:gd name="connsiteY7" fmla="*/ 456351 h 513817"/>
              <a:gd name="connsiteX8" fmla="*/ 243387 w 513817"/>
              <a:gd name="connsiteY8" fmla="*/ 270430 h 513817"/>
              <a:gd name="connsiteX9" fmla="*/ 41241 w 513817"/>
              <a:gd name="connsiteY9" fmla="*/ 270430 h 513817"/>
              <a:gd name="connsiteX10" fmla="*/ 219724 w 513817"/>
              <a:gd name="connsiteY10" fmla="*/ 469872 h 513817"/>
              <a:gd name="connsiteX11" fmla="*/ 122370 w 513817"/>
              <a:gd name="connsiteY11" fmla="*/ 270430 h 513817"/>
              <a:gd name="connsiteX12" fmla="*/ 270430 w 513817"/>
              <a:gd name="connsiteY12" fmla="*/ 57466 h 513817"/>
              <a:gd name="connsiteX13" fmla="*/ 270430 w 513817"/>
              <a:gd name="connsiteY13" fmla="*/ 243387 h 513817"/>
              <a:gd name="connsiteX14" fmla="*/ 364404 w 513817"/>
              <a:gd name="connsiteY14" fmla="*/ 243387 h 513817"/>
              <a:gd name="connsiteX15" fmla="*/ 270430 w 513817"/>
              <a:gd name="connsiteY15" fmla="*/ 57466 h 513817"/>
              <a:gd name="connsiteX16" fmla="*/ 243387 w 513817"/>
              <a:gd name="connsiteY16" fmla="*/ 57466 h 513817"/>
              <a:gd name="connsiteX17" fmla="*/ 149413 w 513817"/>
              <a:gd name="connsiteY17" fmla="*/ 243387 h 513817"/>
              <a:gd name="connsiteX18" fmla="*/ 243387 w 513817"/>
              <a:gd name="connsiteY18" fmla="*/ 243387 h 513817"/>
              <a:gd name="connsiteX19" fmla="*/ 294093 w 513817"/>
              <a:gd name="connsiteY19" fmla="*/ 43945 h 513817"/>
              <a:gd name="connsiteX20" fmla="*/ 391447 w 513817"/>
              <a:gd name="connsiteY20" fmla="*/ 243387 h 513817"/>
              <a:gd name="connsiteX21" fmla="*/ 472576 w 513817"/>
              <a:gd name="connsiteY21" fmla="*/ 243387 h 513817"/>
              <a:gd name="connsiteX22" fmla="*/ 294093 w 513817"/>
              <a:gd name="connsiteY22" fmla="*/ 43945 h 513817"/>
              <a:gd name="connsiteX23" fmla="*/ 219724 w 513817"/>
              <a:gd name="connsiteY23" fmla="*/ 43945 h 513817"/>
              <a:gd name="connsiteX24" fmla="*/ 41241 w 513817"/>
              <a:gd name="connsiteY24" fmla="*/ 243387 h 513817"/>
              <a:gd name="connsiteX25" fmla="*/ 122370 w 513817"/>
              <a:gd name="connsiteY25" fmla="*/ 243387 h 513817"/>
              <a:gd name="connsiteX26" fmla="*/ 219724 w 513817"/>
              <a:gd name="connsiteY26" fmla="*/ 43945 h 513817"/>
              <a:gd name="connsiteX27" fmla="*/ 256909 w 513817"/>
              <a:gd name="connsiteY27" fmla="*/ 0 h 513817"/>
              <a:gd name="connsiteX28" fmla="*/ 513817 w 513817"/>
              <a:gd name="connsiteY28" fmla="*/ 256909 h 513817"/>
              <a:gd name="connsiteX29" fmla="*/ 256909 w 513817"/>
              <a:gd name="connsiteY29" fmla="*/ 513817 h 513817"/>
              <a:gd name="connsiteX30" fmla="*/ 0 w 513817"/>
              <a:gd name="connsiteY30" fmla="*/ 256909 h 513817"/>
              <a:gd name="connsiteX31" fmla="*/ 256909 w 513817"/>
              <a:gd name="connsiteY31" fmla="*/ 0 h 513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513817" h="513817">
                <a:moveTo>
                  <a:pt x="391447" y="270430"/>
                </a:moveTo>
                <a:cubicBezTo>
                  <a:pt x="386715" y="347503"/>
                  <a:pt x="338038" y="415786"/>
                  <a:pt x="294093" y="469872"/>
                </a:cubicBezTo>
                <a:cubicBezTo>
                  <a:pt x="391447" y="452970"/>
                  <a:pt x="466492" y="371165"/>
                  <a:pt x="472576" y="270430"/>
                </a:cubicBezTo>
                <a:close/>
                <a:moveTo>
                  <a:pt x="270430" y="270430"/>
                </a:moveTo>
                <a:lnTo>
                  <a:pt x="270430" y="456351"/>
                </a:lnTo>
                <a:cubicBezTo>
                  <a:pt x="313699" y="402941"/>
                  <a:pt x="358996" y="340066"/>
                  <a:pt x="364404" y="270430"/>
                </a:cubicBezTo>
                <a:close/>
                <a:moveTo>
                  <a:pt x="149413" y="270430"/>
                </a:moveTo>
                <a:cubicBezTo>
                  <a:pt x="154821" y="340066"/>
                  <a:pt x="200118" y="402941"/>
                  <a:pt x="243387" y="456351"/>
                </a:cubicBezTo>
                <a:lnTo>
                  <a:pt x="243387" y="270430"/>
                </a:lnTo>
                <a:close/>
                <a:moveTo>
                  <a:pt x="41241" y="270430"/>
                </a:moveTo>
                <a:cubicBezTo>
                  <a:pt x="47325" y="371165"/>
                  <a:pt x="122370" y="452970"/>
                  <a:pt x="219724" y="469872"/>
                </a:cubicBezTo>
                <a:cubicBezTo>
                  <a:pt x="175780" y="415786"/>
                  <a:pt x="127778" y="347503"/>
                  <a:pt x="122370" y="270430"/>
                </a:cubicBezTo>
                <a:close/>
                <a:moveTo>
                  <a:pt x="270430" y="57466"/>
                </a:moveTo>
                <a:lnTo>
                  <a:pt x="270430" y="243387"/>
                </a:lnTo>
                <a:lnTo>
                  <a:pt x="364404" y="243387"/>
                </a:lnTo>
                <a:cubicBezTo>
                  <a:pt x="358996" y="173075"/>
                  <a:pt x="313699" y="110876"/>
                  <a:pt x="270430" y="57466"/>
                </a:cubicBezTo>
                <a:close/>
                <a:moveTo>
                  <a:pt x="243387" y="57466"/>
                </a:moveTo>
                <a:cubicBezTo>
                  <a:pt x="200118" y="110876"/>
                  <a:pt x="154821" y="173751"/>
                  <a:pt x="149413" y="243387"/>
                </a:cubicBezTo>
                <a:lnTo>
                  <a:pt x="243387" y="243387"/>
                </a:lnTo>
                <a:close/>
                <a:moveTo>
                  <a:pt x="294093" y="43945"/>
                </a:moveTo>
                <a:cubicBezTo>
                  <a:pt x="338038" y="98031"/>
                  <a:pt x="386715" y="166314"/>
                  <a:pt x="391447" y="243387"/>
                </a:cubicBezTo>
                <a:lnTo>
                  <a:pt x="472576" y="243387"/>
                </a:lnTo>
                <a:cubicBezTo>
                  <a:pt x="466492" y="142652"/>
                  <a:pt x="391447" y="60847"/>
                  <a:pt x="294093" y="43945"/>
                </a:cubicBezTo>
                <a:close/>
                <a:moveTo>
                  <a:pt x="219724" y="43945"/>
                </a:moveTo>
                <a:cubicBezTo>
                  <a:pt x="122370" y="60847"/>
                  <a:pt x="47325" y="142652"/>
                  <a:pt x="41241" y="243387"/>
                </a:cubicBezTo>
                <a:lnTo>
                  <a:pt x="122370" y="243387"/>
                </a:lnTo>
                <a:cubicBezTo>
                  <a:pt x="127102" y="166314"/>
                  <a:pt x="175780" y="98031"/>
                  <a:pt x="219724" y="43945"/>
                </a:cubicBezTo>
                <a:close/>
                <a:moveTo>
                  <a:pt x="256909" y="0"/>
                </a:moveTo>
                <a:cubicBezTo>
                  <a:pt x="398884" y="0"/>
                  <a:pt x="513817" y="114933"/>
                  <a:pt x="513817" y="256909"/>
                </a:cubicBezTo>
                <a:cubicBezTo>
                  <a:pt x="513817" y="398884"/>
                  <a:pt x="398884" y="513817"/>
                  <a:pt x="256909" y="513817"/>
                </a:cubicBezTo>
                <a:cubicBezTo>
                  <a:pt x="114933" y="513817"/>
                  <a:pt x="0" y="398884"/>
                  <a:pt x="0" y="256909"/>
                </a:cubicBezTo>
                <a:cubicBezTo>
                  <a:pt x="0" y="114933"/>
                  <a:pt x="114933" y="0"/>
                  <a:pt x="2569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0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B0D9E394-4F17-2CD5-15A1-F59B1880897E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825570" y="2569349"/>
            <a:ext cx="540860" cy="594946"/>
          </a:xfrm>
          <a:custGeom>
            <a:avLst/>
            <a:gdLst>
              <a:gd name="connsiteX0" fmla="*/ 270768 w 540860"/>
              <a:gd name="connsiteY0" fmla="*/ 393307 h 594946"/>
              <a:gd name="connsiteX1" fmla="*/ 205527 w 540860"/>
              <a:gd name="connsiteY1" fmla="*/ 419167 h 594946"/>
              <a:gd name="connsiteX2" fmla="*/ 196062 w 540860"/>
              <a:gd name="connsiteY2" fmla="*/ 427956 h 594946"/>
              <a:gd name="connsiteX3" fmla="*/ 62199 w 540860"/>
              <a:gd name="connsiteY3" fmla="*/ 554382 h 594946"/>
              <a:gd name="connsiteX4" fmla="*/ 478661 w 540860"/>
              <a:gd name="connsiteY4" fmla="*/ 554382 h 594946"/>
              <a:gd name="connsiteX5" fmla="*/ 345474 w 540860"/>
              <a:gd name="connsiteY5" fmla="*/ 427956 h 594946"/>
              <a:gd name="connsiteX6" fmla="*/ 336009 w 540860"/>
              <a:gd name="connsiteY6" fmla="*/ 419167 h 594946"/>
              <a:gd name="connsiteX7" fmla="*/ 270768 w 540860"/>
              <a:gd name="connsiteY7" fmla="*/ 393307 h 594946"/>
              <a:gd name="connsiteX8" fmla="*/ 500296 w 540860"/>
              <a:gd name="connsiteY8" fmla="*/ 281247 h 594946"/>
              <a:gd name="connsiteX9" fmla="*/ 365081 w 540860"/>
              <a:gd name="connsiteY9" fmla="*/ 409701 h 594946"/>
              <a:gd name="connsiteX10" fmla="*/ 500296 w 540860"/>
              <a:gd name="connsiteY10" fmla="*/ 538156 h 594946"/>
              <a:gd name="connsiteX11" fmla="*/ 40565 w 540860"/>
              <a:gd name="connsiteY11" fmla="*/ 280571 h 594946"/>
              <a:gd name="connsiteX12" fmla="*/ 40565 w 540860"/>
              <a:gd name="connsiteY12" fmla="*/ 537480 h 594946"/>
              <a:gd name="connsiteX13" fmla="*/ 175780 w 540860"/>
              <a:gd name="connsiteY13" fmla="*/ 409025 h 594946"/>
              <a:gd name="connsiteX14" fmla="*/ 270429 w 540860"/>
              <a:gd name="connsiteY14" fmla="*/ 215668 h 594946"/>
              <a:gd name="connsiteX15" fmla="*/ 248795 w 540860"/>
              <a:gd name="connsiteY15" fmla="*/ 237302 h 594946"/>
              <a:gd name="connsiteX16" fmla="*/ 270429 w 540860"/>
              <a:gd name="connsiteY16" fmla="*/ 258936 h 594946"/>
              <a:gd name="connsiteX17" fmla="*/ 292064 w 540860"/>
              <a:gd name="connsiteY17" fmla="*/ 237302 h 594946"/>
              <a:gd name="connsiteX18" fmla="*/ 270429 w 540860"/>
              <a:gd name="connsiteY18" fmla="*/ 215668 h 594946"/>
              <a:gd name="connsiteX19" fmla="*/ 271105 w 540860"/>
              <a:gd name="connsiteY19" fmla="*/ 147384 h 594946"/>
              <a:gd name="connsiteX20" fmla="*/ 358995 w 540860"/>
              <a:gd name="connsiteY20" fmla="*/ 235274 h 594946"/>
              <a:gd name="connsiteX21" fmla="*/ 358995 w 540860"/>
              <a:gd name="connsiteY21" fmla="*/ 256908 h 594946"/>
              <a:gd name="connsiteX22" fmla="*/ 337361 w 540860"/>
              <a:gd name="connsiteY22" fmla="*/ 278543 h 594946"/>
              <a:gd name="connsiteX23" fmla="*/ 304233 w 540860"/>
              <a:gd name="connsiteY23" fmla="*/ 263669 h 594946"/>
              <a:gd name="connsiteX24" fmla="*/ 248119 w 540860"/>
              <a:gd name="connsiteY24" fmla="*/ 272458 h 594946"/>
              <a:gd name="connsiteX25" fmla="*/ 229865 w 540860"/>
              <a:gd name="connsiteY25" fmla="*/ 219048 h 594946"/>
              <a:gd name="connsiteX26" fmla="*/ 279218 w 540860"/>
              <a:gd name="connsiteY26" fmla="*/ 192005 h 594946"/>
              <a:gd name="connsiteX27" fmla="*/ 315050 w 540860"/>
              <a:gd name="connsiteY27" fmla="*/ 235950 h 594946"/>
              <a:gd name="connsiteX28" fmla="*/ 336685 w 540860"/>
              <a:gd name="connsiteY28" fmla="*/ 257584 h 594946"/>
              <a:gd name="connsiteX29" fmla="*/ 336685 w 540860"/>
              <a:gd name="connsiteY29" fmla="*/ 235950 h 594946"/>
              <a:gd name="connsiteX30" fmla="*/ 271105 w 540860"/>
              <a:gd name="connsiteY30" fmla="*/ 170371 h 594946"/>
              <a:gd name="connsiteX31" fmla="*/ 205526 w 540860"/>
              <a:gd name="connsiteY31" fmla="*/ 235950 h 594946"/>
              <a:gd name="connsiteX32" fmla="*/ 270429 w 540860"/>
              <a:gd name="connsiteY32" fmla="*/ 301529 h 594946"/>
              <a:gd name="connsiteX33" fmla="*/ 303557 w 540860"/>
              <a:gd name="connsiteY33" fmla="*/ 293416 h 594946"/>
              <a:gd name="connsiteX34" fmla="*/ 319107 w 540860"/>
              <a:gd name="connsiteY34" fmla="*/ 298149 h 594946"/>
              <a:gd name="connsiteX35" fmla="*/ 314374 w 540860"/>
              <a:gd name="connsiteY35" fmla="*/ 313698 h 594946"/>
              <a:gd name="connsiteX36" fmla="*/ 270429 w 540860"/>
              <a:gd name="connsiteY36" fmla="*/ 324516 h 594946"/>
              <a:gd name="connsiteX37" fmla="*/ 183216 w 540860"/>
              <a:gd name="connsiteY37" fmla="*/ 235274 h 594946"/>
              <a:gd name="connsiteX38" fmla="*/ 271105 w 540860"/>
              <a:gd name="connsiteY38" fmla="*/ 147384 h 594946"/>
              <a:gd name="connsiteX39" fmla="*/ 135215 w 540860"/>
              <a:gd name="connsiteY39" fmla="*/ 108172 h 594946"/>
              <a:gd name="connsiteX40" fmla="*/ 135215 w 540860"/>
              <a:gd name="connsiteY40" fmla="*/ 333305 h 594946"/>
              <a:gd name="connsiteX41" fmla="*/ 196062 w 540860"/>
              <a:gd name="connsiteY41" fmla="*/ 391447 h 594946"/>
              <a:gd name="connsiteX42" fmla="*/ 344798 w 540860"/>
              <a:gd name="connsiteY42" fmla="*/ 391447 h 594946"/>
              <a:gd name="connsiteX43" fmla="*/ 405645 w 540860"/>
              <a:gd name="connsiteY43" fmla="*/ 333305 h 594946"/>
              <a:gd name="connsiteX44" fmla="*/ 405645 w 540860"/>
              <a:gd name="connsiteY44" fmla="*/ 108172 h 594946"/>
              <a:gd name="connsiteX45" fmla="*/ 270430 w 540860"/>
              <a:gd name="connsiteY45" fmla="*/ 0 h 594946"/>
              <a:gd name="connsiteX46" fmla="*/ 351559 w 540860"/>
              <a:gd name="connsiteY46" fmla="*/ 67608 h 594946"/>
              <a:gd name="connsiteX47" fmla="*/ 446210 w 540860"/>
              <a:gd name="connsiteY47" fmla="*/ 67608 h 594946"/>
              <a:gd name="connsiteX48" fmla="*/ 446210 w 540860"/>
              <a:gd name="connsiteY48" fmla="*/ 126426 h 594946"/>
              <a:gd name="connsiteX49" fmla="*/ 540860 w 540860"/>
              <a:gd name="connsiteY49" fmla="*/ 217020 h 594946"/>
              <a:gd name="connsiteX50" fmla="*/ 540860 w 540860"/>
              <a:gd name="connsiteY50" fmla="*/ 594946 h 594946"/>
              <a:gd name="connsiteX51" fmla="*/ 0 w 540860"/>
              <a:gd name="connsiteY51" fmla="*/ 594946 h 594946"/>
              <a:gd name="connsiteX52" fmla="*/ 0 w 540860"/>
              <a:gd name="connsiteY52" fmla="*/ 217020 h 594946"/>
              <a:gd name="connsiteX53" fmla="*/ 94651 w 540860"/>
              <a:gd name="connsiteY53" fmla="*/ 127102 h 594946"/>
              <a:gd name="connsiteX54" fmla="*/ 94651 w 540860"/>
              <a:gd name="connsiteY54" fmla="*/ 67608 h 594946"/>
              <a:gd name="connsiteX55" fmla="*/ 189301 w 540860"/>
              <a:gd name="connsiteY55" fmla="*/ 67608 h 594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40860" h="594946">
                <a:moveTo>
                  <a:pt x="270768" y="393307"/>
                </a:moveTo>
                <a:cubicBezTo>
                  <a:pt x="247275" y="393307"/>
                  <a:pt x="223781" y="401927"/>
                  <a:pt x="205527" y="419167"/>
                </a:cubicBezTo>
                <a:lnTo>
                  <a:pt x="196062" y="427956"/>
                </a:lnTo>
                <a:lnTo>
                  <a:pt x="62199" y="554382"/>
                </a:lnTo>
                <a:lnTo>
                  <a:pt x="478661" y="554382"/>
                </a:lnTo>
                <a:lnTo>
                  <a:pt x="345474" y="427956"/>
                </a:lnTo>
                <a:lnTo>
                  <a:pt x="336009" y="419167"/>
                </a:lnTo>
                <a:cubicBezTo>
                  <a:pt x="317755" y="401927"/>
                  <a:pt x="294262" y="393307"/>
                  <a:pt x="270768" y="393307"/>
                </a:cubicBezTo>
                <a:close/>
                <a:moveTo>
                  <a:pt x="500296" y="281247"/>
                </a:moveTo>
                <a:lnTo>
                  <a:pt x="365081" y="409701"/>
                </a:lnTo>
                <a:lnTo>
                  <a:pt x="500296" y="538156"/>
                </a:lnTo>
                <a:close/>
                <a:moveTo>
                  <a:pt x="40565" y="280571"/>
                </a:moveTo>
                <a:lnTo>
                  <a:pt x="40565" y="537480"/>
                </a:lnTo>
                <a:lnTo>
                  <a:pt x="175780" y="409025"/>
                </a:lnTo>
                <a:close/>
                <a:moveTo>
                  <a:pt x="270429" y="215668"/>
                </a:moveTo>
                <a:cubicBezTo>
                  <a:pt x="258936" y="215668"/>
                  <a:pt x="248795" y="225133"/>
                  <a:pt x="248795" y="237302"/>
                </a:cubicBezTo>
                <a:cubicBezTo>
                  <a:pt x="248795" y="248795"/>
                  <a:pt x="258260" y="258936"/>
                  <a:pt x="270429" y="258936"/>
                </a:cubicBezTo>
                <a:cubicBezTo>
                  <a:pt x="282599" y="258936"/>
                  <a:pt x="292064" y="249471"/>
                  <a:pt x="292064" y="237302"/>
                </a:cubicBezTo>
                <a:cubicBezTo>
                  <a:pt x="292064" y="225133"/>
                  <a:pt x="282599" y="215668"/>
                  <a:pt x="270429" y="215668"/>
                </a:cubicBezTo>
                <a:close/>
                <a:moveTo>
                  <a:pt x="271105" y="147384"/>
                </a:moveTo>
                <a:cubicBezTo>
                  <a:pt x="319783" y="147384"/>
                  <a:pt x="358995" y="186596"/>
                  <a:pt x="358995" y="235274"/>
                </a:cubicBezTo>
                <a:lnTo>
                  <a:pt x="358995" y="256908"/>
                </a:lnTo>
                <a:cubicBezTo>
                  <a:pt x="358995" y="269078"/>
                  <a:pt x="349530" y="278543"/>
                  <a:pt x="337361" y="278543"/>
                </a:cubicBezTo>
                <a:cubicBezTo>
                  <a:pt x="324515" y="278543"/>
                  <a:pt x="312346" y="273134"/>
                  <a:pt x="304233" y="263669"/>
                </a:cubicBezTo>
                <a:cubicBezTo>
                  <a:pt x="290035" y="279895"/>
                  <a:pt x="266373" y="283275"/>
                  <a:pt x="248119" y="272458"/>
                </a:cubicBezTo>
                <a:cubicBezTo>
                  <a:pt x="229865" y="261641"/>
                  <a:pt x="222428" y="238654"/>
                  <a:pt x="229865" y="219048"/>
                </a:cubicBezTo>
                <a:cubicBezTo>
                  <a:pt x="237302" y="199442"/>
                  <a:pt x="258260" y="187949"/>
                  <a:pt x="279218" y="192005"/>
                </a:cubicBezTo>
                <a:cubicBezTo>
                  <a:pt x="300177" y="196061"/>
                  <a:pt x="315050" y="214315"/>
                  <a:pt x="315050" y="235950"/>
                </a:cubicBezTo>
                <a:cubicBezTo>
                  <a:pt x="315050" y="248119"/>
                  <a:pt x="324515" y="257584"/>
                  <a:pt x="336685" y="257584"/>
                </a:cubicBezTo>
                <a:lnTo>
                  <a:pt x="336685" y="235950"/>
                </a:lnTo>
                <a:cubicBezTo>
                  <a:pt x="336685" y="199442"/>
                  <a:pt x="306937" y="170371"/>
                  <a:pt x="271105" y="170371"/>
                </a:cubicBezTo>
                <a:cubicBezTo>
                  <a:pt x="235273" y="170371"/>
                  <a:pt x="205526" y="200118"/>
                  <a:pt x="205526" y="235950"/>
                </a:cubicBezTo>
                <a:cubicBezTo>
                  <a:pt x="204850" y="271782"/>
                  <a:pt x="234597" y="301529"/>
                  <a:pt x="270429" y="301529"/>
                </a:cubicBezTo>
                <a:cubicBezTo>
                  <a:pt x="281923" y="301529"/>
                  <a:pt x="293416" y="298825"/>
                  <a:pt x="303557" y="293416"/>
                </a:cubicBezTo>
                <a:cubicBezTo>
                  <a:pt x="308966" y="290712"/>
                  <a:pt x="315726" y="292740"/>
                  <a:pt x="319107" y="298149"/>
                </a:cubicBezTo>
                <a:cubicBezTo>
                  <a:pt x="321811" y="303557"/>
                  <a:pt x="319783" y="310318"/>
                  <a:pt x="314374" y="313698"/>
                </a:cubicBezTo>
                <a:cubicBezTo>
                  <a:pt x="300853" y="320459"/>
                  <a:pt x="285979" y="324516"/>
                  <a:pt x="270429" y="324516"/>
                </a:cubicBezTo>
                <a:cubicBezTo>
                  <a:pt x="221752" y="323840"/>
                  <a:pt x="182540" y="284627"/>
                  <a:pt x="183216" y="235274"/>
                </a:cubicBezTo>
                <a:cubicBezTo>
                  <a:pt x="183216" y="186596"/>
                  <a:pt x="222428" y="147384"/>
                  <a:pt x="271105" y="147384"/>
                </a:cubicBezTo>
                <a:close/>
                <a:moveTo>
                  <a:pt x="135215" y="108172"/>
                </a:moveTo>
                <a:lnTo>
                  <a:pt x="135215" y="333305"/>
                </a:lnTo>
                <a:lnTo>
                  <a:pt x="196062" y="391447"/>
                </a:lnTo>
                <a:cubicBezTo>
                  <a:pt x="240007" y="357644"/>
                  <a:pt x="300853" y="357644"/>
                  <a:pt x="344798" y="391447"/>
                </a:cubicBezTo>
                <a:lnTo>
                  <a:pt x="405645" y="333305"/>
                </a:lnTo>
                <a:lnTo>
                  <a:pt x="405645" y="108172"/>
                </a:lnTo>
                <a:close/>
                <a:moveTo>
                  <a:pt x="270430" y="0"/>
                </a:moveTo>
                <a:lnTo>
                  <a:pt x="351559" y="67608"/>
                </a:lnTo>
                <a:lnTo>
                  <a:pt x="446210" y="67608"/>
                </a:lnTo>
                <a:lnTo>
                  <a:pt x="446210" y="126426"/>
                </a:lnTo>
                <a:lnTo>
                  <a:pt x="540860" y="217020"/>
                </a:lnTo>
                <a:lnTo>
                  <a:pt x="540860" y="594946"/>
                </a:lnTo>
                <a:lnTo>
                  <a:pt x="0" y="594946"/>
                </a:lnTo>
                <a:lnTo>
                  <a:pt x="0" y="217020"/>
                </a:lnTo>
                <a:lnTo>
                  <a:pt x="94651" y="127102"/>
                </a:lnTo>
                <a:lnTo>
                  <a:pt x="94651" y="67608"/>
                </a:lnTo>
                <a:lnTo>
                  <a:pt x="189301" y="676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0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772A69CD-0326-405E-BE44-4DC84F92DF5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825911" y="3715116"/>
            <a:ext cx="539842" cy="541115"/>
          </a:xfrm>
          <a:custGeom>
            <a:avLst/>
            <a:gdLst>
              <a:gd name="connsiteX0" fmla="*/ 417472 w 539842"/>
              <a:gd name="connsiteY0" fmla="*/ 321135 h 541115"/>
              <a:gd name="connsiteX1" fmla="*/ 438431 w 539842"/>
              <a:gd name="connsiteY1" fmla="*/ 329924 h 541115"/>
              <a:gd name="connsiteX2" fmla="*/ 531729 w 539842"/>
              <a:gd name="connsiteY2" fmla="*/ 423222 h 541115"/>
              <a:gd name="connsiteX3" fmla="*/ 539842 w 539842"/>
              <a:gd name="connsiteY3" fmla="*/ 444181 h 541115"/>
              <a:gd name="connsiteX4" fmla="*/ 531053 w 539842"/>
              <a:gd name="connsiteY4" fmla="*/ 465139 h 541115"/>
              <a:gd name="connsiteX5" fmla="*/ 520912 w 539842"/>
              <a:gd name="connsiteY5" fmla="*/ 475280 h 541115"/>
              <a:gd name="connsiteX6" fmla="*/ 386373 w 539842"/>
              <a:gd name="connsiteY6" fmla="*/ 340741 h 541115"/>
              <a:gd name="connsiteX7" fmla="*/ 396514 w 539842"/>
              <a:gd name="connsiteY7" fmla="*/ 329924 h 541115"/>
              <a:gd name="connsiteX8" fmla="*/ 417472 w 539842"/>
              <a:gd name="connsiteY8" fmla="*/ 321135 h 541115"/>
              <a:gd name="connsiteX9" fmla="*/ 44956 w 539842"/>
              <a:gd name="connsiteY9" fmla="*/ 39888 h 541115"/>
              <a:gd name="connsiteX10" fmla="*/ 179495 w 539842"/>
              <a:gd name="connsiteY10" fmla="*/ 174427 h 541115"/>
              <a:gd name="connsiteX11" fmla="*/ 158536 w 539842"/>
              <a:gd name="connsiteY11" fmla="*/ 194709 h 541115"/>
              <a:gd name="connsiteX12" fmla="*/ 154480 w 539842"/>
              <a:gd name="connsiteY12" fmla="*/ 204850 h 541115"/>
              <a:gd name="connsiteX13" fmla="*/ 158536 w 539842"/>
              <a:gd name="connsiteY13" fmla="*/ 214991 h 541115"/>
              <a:gd name="connsiteX14" fmla="*/ 326203 w 539842"/>
              <a:gd name="connsiteY14" fmla="*/ 381982 h 541115"/>
              <a:gd name="connsiteX15" fmla="*/ 336344 w 539842"/>
              <a:gd name="connsiteY15" fmla="*/ 386038 h 541115"/>
              <a:gd name="connsiteX16" fmla="*/ 346485 w 539842"/>
              <a:gd name="connsiteY16" fmla="*/ 381982 h 541115"/>
              <a:gd name="connsiteX17" fmla="*/ 366767 w 539842"/>
              <a:gd name="connsiteY17" fmla="*/ 361024 h 541115"/>
              <a:gd name="connsiteX18" fmla="*/ 500630 w 539842"/>
              <a:gd name="connsiteY18" fmla="*/ 495563 h 541115"/>
              <a:gd name="connsiteX19" fmla="*/ 482376 w 539842"/>
              <a:gd name="connsiteY19" fmla="*/ 513817 h 541115"/>
              <a:gd name="connsiteX20" fmla="*/ 413417 w 539842"/>
              <a:gd name="connsiteY20" fmla="*/ 540860 h 541115"/>
              <a:gd name="connsiteX21" fmla="*/ 305245 w 539842"/>
              <a:gd name="connsiteY21" fmla="*/ 509084 h 541115"/>
              <a:gd name="connsiteX22" fmla="*/ 262652 w 539842"/>
              <a:gd name="connsiteY22" fmla="*/ 482041 h 541115"/>
              <a:gd name="connsiteX23" fmla="*/ 56449 w 539842"/>
              <a:gd name="connsiteY23" fmla="*/ 269077 h 541115"/>
              <a:gd name="connsiteX24" fmla="*/ 15885 w 539842"/>
              <a:gd name="connsiteY24" fmla="*/ 198090 h 541115"/>
              <a:gd name="connsiteX25" fmla="*/ 335 w 539842"/>
              <a:gd name="connsiteY25" fmla="*/ 110200 h 541115"/>
              <a:gd name="connsiteX26" fmla="*/ 22645 w 539842"/>
              <a:gd name="connsiteY26" fmla="*/ 62198 h 541115"/>
              <a:gd name="connsiteX27" fmla="*/ 44956 w 539842"/>
              <a:gd name="connsiteY27" fmla="*/ 39888 h 541115"/>
              <a:gd name="connsiteX28" fmla="*/ 97013 w 539842"/>
              <a:gd name="connsiteY28" fmla="*/ 0 h 541115"/>
              <a:gd name="connsiteX29" fmla="*/ 117296 w 539842"/>
              <a:gd name="connsiteY29" fmla="*/ 8789 h 541115"/>
              <a:gd name="connsiteX30" fmla="*/ 210594 w 539842"/>
              <a:gd name="connsiteY30" fmla="*/ 101411 h 541115"/>
              <a:gd name="connsiteX31" fmla="*/ 219383 w 539842"/>
              <a:gd name="connsiteY31" fmla="*/ 122370 h 541115"/>
              <a:gd name="connsiteX32" fmla="*/ 210594 w 539842"/>
              <a:gd name="connsiteY32" fmla="*/ 143328 h 541115"/>
              <a:gd name="connsiteX33" fmla="*/ 200453 w 539842"/>
              <a:gd name="connsiteY33" fmla="*/ 153469 h 541115"/>
              <a:gd name="connsiteX34" fmla="*/ 65914 w 539842"/>
              <a:gd name="connsiteY34" fmla="*/ 18930 h 541115"/>
              <a:gd name="connsiteX35" fmla="*/ 76055 w 539842"/>
              <a:gd name="connsiteY35" fmla="*/ 8789 h 541115"/>
              <a:gd name="connsiteX36" fmla="*/ 97013 w 539842"/>
              <a:gd name="connsiteY36" fmla="*/ 0 h 541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539842" h="541115">
                <a:moveTo>
                  <a:pt x="417472" y="321135"/>
                </a:moveTo>
                <a:cubicBezTo>
                  <a:pt x="425585" y="321135"/>
                  <a:pt x="433022" y="324515"/>
                  <a:pt x="438431" y="329924"/>
                </a:cubicBezTo>
                <a:lnTo>
                  <a:pt x="531729" y="423222"/>
                </a:lnTo>
                <a:cubicBezTo>
                  <a:pt x="537138" y="428631"/>
                  <a:pt x="539842" y="436068"/>
                  <a:pt x="539842" y="444181"/>
                </a:cubicBezTo>
                <a:cubicBezTo>
                  <a:pt x="539842" y="452294"/>
                  <a:pt x="536462" y="459730"/>
                  <a:pt x="531053" y="465139"/>
                </a:cubicBezTo>
                <a:lnTo>
                  <a:pt x="520912" y="475280"/>
                </a:lnTo>
                <a:lnTo>
                  <a:pt x="386373" y="340741"/>
                </a:lnTo>
                <a:lnTo>
                  <a:pt x="396514" y="329924"/>
                </a:lnTo>
                <a:cubicBezTo>
                  <a:pt x="401923" y="324515"/>
                  <a:pt x="409360" y="321135"/>
                  <a:pt x="417472" y="321135"/>
                </a:cubicBezTo>
                <a:close/>
                <a:moveTo>
                  <a:pt x="44956" y="39888"/>
                </a:moveTo>
                <a:lnTo>
                  <a:pt x="179495" y="174427"/>
                </a:lnTo>
                <a:lnTo>
                  <a:pt x="158536" y="194709"/>
                </a:lnTo>
                <a:cubicBezTo>
                  <a:pt x="155832" y="197413"/>
                  <a:pt x="154480" y="201470"/>
                  <a:pt x="154480" y="204850"/>
                </a:cubicBezTo>
                <a:cubicBezTo>
                  <a:pt x="154480" y="208231"/>
                  <a:pt x="155832" y="212287"/>
                  <a:pt x="158536" y="214991"/>
                </a:cubicBezTo>
                <a:lnTo>
                  <a:pt x="326203" y="381982"/>
                </a:lnTo>
                <a:cubicBezTo>
                  <a:pt x="328907" y="384686"/>
                  <a:pt x="332964" y="386038"/>
                  <a:pt x="336344" y="386038"/>
                </a:cubicBezTo>
                <a:cubicBezTo>
                  <a:pt x="339724" y="386038"/>
                  <a:pt x="343781" y="384686"/>
                  <a:pt x="346485" y="381982"/>
                </a:cubicBezTo>
                <a:lnTo>
                  <a:pt x="366767" y="361024"/>
                </a:lnTo>
                <a:lnTo>
                  <a:pt x="500630" y="495563"/>
                </a:lnTo>
                <a:lnTo>
                  <a:pt x="482376" y="513817"/>
                </a:lnTo>
                <a:cubicBezTo>
                  <a:pt x="464798" y="532747"/>
                  <a:pt x="439107" y="542888"/>
                  <a:pt x="413417" y="540860"/>
                </a:cubicBezTo>
                <a:cubicBezTo>
                  <a:pt x="374880" y="538155"/>
                  <a:pt x="339048" y="525986"/>
                  <a:pt x="305245" y="509084"/>
                </a:cubicBezTo>
                <a:cubicBezTo>
                  <a:pt x="290371" y="500971"/>
                  <a:pt x="276173" y="492182"/>
                  <a:pt x="262652" y="482041"/>
                </a:cubicBezTo>
                <a:cubicBezTo>
                  <a:pt x="181523" y="424575"/>
                  <a:pt x="111887" y="352235"/>
                  <a:pt x="56449" y="269077"/>
                </a:cubicBezTo>
                <a:cubicBezTo>
                  <a:pt x="40899" y="246767"/>
                  <a:pt x="26702" y="223104"/>
                  <a:pt x="15885" y="198090"/>
                </a:cubicBezTo>
                <a:cubicBezTo>
                  <a:pt x="5743" y="169694"/>
                  <a:pt x="-1693" y="140623"/>
                  <a:pt x="335" y="110200"/>
                </a:cubicBezTo>
                <a:cubicBezTo>
                  <a:pt x="1011" y="91946"/>
                  <a:pt x="9124" y="75044"/>
                  <a:pt x="22645" y="62198"/>
                </a:cubicBezTo>
                <a:cubicBezTo>
                  <a:pt x="28054" y="56790"/>
                  <a:pt x="36167" y="48677"/>
                  <a:pt x="44956" y="39888"/>
                </a:cubicBezTo>
                <a:close/>
                <a:moveTo>
                  <a:pt x="97013" y="0"/>
                </a:moveTo>
                <a:cubicBezTo>
                  <a:pt x="104450" y="0"/>
                  <a:pt x="111887" y="3380"/>
                  <a:pt x="117296" y="8789"/>
                </a:cubicBezTo>
                <a:lnTo>
                  <a:pt x="210594" y="101411"/>
                </a:lnTo>
                <a:cubicBezTo>
                  <a:pt x="216003" y="106820"/>
                  <a:pt x="219383" y="114257"/>
                  <a:pt x="219383" y="122370"/>
                </a:cubicBezTo>
                <a:cubicBezTo>
                  <a:pt x="219383" y="130482"/>
                  <a:pt x="216003" y="137919"/>
                  <a:pt x="210594" y="143328"/>
                </a:cubicBezTo>
                <a:lnTo>
                  <a:pt x="200453" y="153469"/>
                </a:lnTo>
                <a:lnTo>
                  <a:pt x="65914" y="18930"/>
                </a:lnTo>
                <a:lnTo>
                  <a:pt x="76055" y="8789"/>
                </a:lnTo>
                <a:cubicBezTo>
                  <a:pt x="81464" y="3380"/>
                  <a:pt x="89577" y="0"/>
                  <a:pt x="970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0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22FDA902-E2B2-82D1-473A-34A141C5D40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954486" y="4874403"/>
            <a:ext cx="283026" cy="459731"/>
          </a:xfrm>
          <a:custGeom>
            <a:avLst/>
            <a:gdLst>
              <a:gd name="connsiteX0" fmla="*/ 141514 w 283026"/>
              <a:gd name="connsiteY0" fmla="*/ 81129 h 459731"/>
              <a:gd name="connsiteX1" fmla="*/ 80667 w 283026"/>
              <a:gd name="connsiteY1" fmla="*/ 141976 h 459731"/>
              <a:gd name="connsiteX2" fmla="*/ 141514 w 283026"/>
              <a:gd name="connsiteY2" fmla="*/ 202823 h 459731"/>
              <a:gd name="connsiteX3" fmla="*/ 202361 w 283026"/>
              <a:gd name="connsiteY3" fmla="*/ 141976 h 459731"/>
              <a:gd name="connsiteX4" fmla="*/ 141514 w 283026"/>
              <a:gd name="connsiteY4" fmla="*/ 81129 h 459731"/>
              <a:gd name="connsiteX5" fmla="*/ 141514 w 283026"/>
              <a:gd name="connsiteY5" fmla="*/ 0 h 459731"/>
              <a:gd name="connsiteX6" fmla="*/ 258475 w 283026"/>
              <a:gd name="connsiteY6" fmla="*/ 62199 h 459731"/>
              <a:gd name="connsiteX7" fmla="*/ 273348 w 283026"/>
              <a:gd name="connsiteY7" fmla="*/ 194034 h 459731"/>
              <a:gd name="connsiteX8" fmla="*/ 209121 w 283026"/>
              <a:gd name="connsiteY8" fmla="*/ 336009 h 459731"/>
              <a:gd name="connsiteX9" fmla="*/ 153683 w 283026"/>
              <a:gd name="connsiteY9" fmla="*/ 452294 h 459731"/>
              <a:gd name="connsiteX10" fmla="*/ 141514 w 283026"/>
              <a:gd name="connsiteY10" fmla="*/ 459731 h 459731"/>
              <a:gd name="connsiteX11" fmla="*/ 129344 w 283026"/>
              <a:gd name="connsiteY11" fmla="*/ 452294 h 459731"/>
              <a:gd name="connsiteX12" fmla="*/ 73906 w 283026"/>
              <a:gd name="connsiteY12" fmla="*/ 336009 h 459731"/>
              <a:gd name="connsiteX13" fmla="*/ 9679 w 283026"/>
              <a:gd name="connsiteY13" fmla="*/ 194034 h 459731"/>
              <a:gd name="connsiteX14" fmla="*/ 24553 w 283026"/>
              <a:gd name="connsiteY14" fmla="*/ 62199 h 459731"/>
              <a:gd name="connsiteX15" fmla="*/ 141514 w 283026"/>
              <a:gd name="connsiteY15" fmla="*/ 0 h 459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3026" h="459731">
                <a:moveTo>
                  <a:pt x="141514" y="81129"/>
                </a:moveTo>
                <a:cubicBezTo>
                  <a:pt x="107710" y="81129"/>
                  <a:pt x="80667" y="108172"/>
                  <a:pt x="80667" y="141976"/>
                </a:cubicBezTo>
                <a:cubicBezTo>
                  <a:pt x="80667" y="175780"/>
                  <a:pt x="107710" y="202823"/>
                  <a:pt x="141514" y="202823"/>
                </a:cubicBezTo>
                <a:cubicBezTo>
                  <a:pt x="175318" y="202823"/>
                  <a:pt x="202361" y="175780"/>
                  <a:pt x="202361" y="141976"/>
                </a:cubicBezTo>
                <a:cubicBezTo>
                  <a:pt x="202361" y="108172"/>
                  <a:pt x="175318" y="81129"/>
                  <a:pt x="141514" y="81129"/>
                </a:cubicBezTo>
                <a:close/>
                <a:moveTo>
                  <a:pt x="141514" y="0"/>
                </a:moveTo>
                <a:cubicBezTo>
                  <a:pt x="188163" y="0"/>
                  <a:pt x="232108" y="22987"/>
                  <a:pt x="258475" y="62199"/>
                </a:cubicBezTo>
                <a:cubicBezTo>
                  <a:pt x="284842" y="100735"/>
                  <a:pt x="290250" y="150089"/>
                  <a:pt x="273348" y="194034"/>
                </a:cubicBezTo>
                <a:lnTo>
                  <a:pt x="209121" y="336009"/>
                </a:lnTo>
                <a:lnTo>
                  <a:pt x="153683" y="452294"/>
                </a:lnTo>
                <a:cubicBezTo>
                  <a:pt x="151655" y="457027"/>
                  <a:pt x="146922" y="459731"/>
                  <a:pt x="141514" y="459731"/>
                </a:cubicBezTo>
                <a:cubicBezTo>
                  <a:pt x="136105" y="459731"/>
                  <a:pt x="131373" y="457027"/>
                  <a:pt x="129344" y="452294"/>
                </a:cubicBezTo>
                <a:lnTo>
                  <a:pt x="73906" y="336009"/>
                </a:lnTo>
                <a:lnTo>
                  <a:pt x="9679" y="194034"/>
                </a:lnTo>
                <a:cubicBezTo>
                  <a:pt x="-7223" y="150089"/>
                  <a:pt x="-1814" y="100735"/>
                  <a:pt x="24553" y="62199"/>
                </a:cubicBezTo>
                <a:cubicBezTo>
                  <a:pt x="50920" y="22987"/>
                  <a:pt x="94865" y="0"/>
                  <a:pt x="14151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0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0957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06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0" y="1788160"/>
            <a:ext cx="12192000" cy="328168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3" y="2045548"/>
            <a:ext cx="11017251" cy="1383452"/>
          </a:xfrm>
        </p:spPr>
        <p:txBody>
          <a:bodyPr anchor="b">
            <a:noAutofit/>
          </a:bodyPr>
          <a:lstStyle>
            <a:lvl1pPr algn="ctr">
              <a:defRPr sz="44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>
            <a:cxnSpLocks/>
          </p:cNvCxnSpPr>
          <p:nvPr userDrawn="1"/>
        </p:nvCxnSpPr>
        <p:spPr>
          <a:xfrm>
            <a:off x="1638300" y="584994"/>
            <a:ext cx="42672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99D5D-5452-4897-02A9-A1B32F0BE968}"/>
              </a:ext>
            </a:extLst>
          </p:cNvPr>
          <p:cNvCxnSpPr>
            <a:cxnSpLocks/>
          </p:cNvCxnSpPr>
          <p:nvPr userDrawn="1"/>
        </p:nvCxnSpPr>
        <p:spPr>
          <a:xfrm>
            <a:off x="10345266" y="584994"/>
            <a:ext cx="1259359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4994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587375" y="672874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7376" y="3672238"/>
            <a:ext cx="11017250" cy="1140214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en-US" sz="1800" b="1" dirty="0">
                <a:solidFill>
                  <a:schemeClr val="tx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3423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06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9705974" y="1788160"/>
            <a:ext cx="2486025" cy="328168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3" y="2045548"/>
            <a:ext cx="5508627" cy="1383452"/>
          </a:xfr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>
            <a:cxnSpLocks/>
          </p:cNvCxnSpPr>
          <p:nvPr userDrawn="1"/>
        </p:nvCxnSpPr>
        <p:spPr>
          <a:xfrm>
            <a:off x="1638300" y="584994"/>
            <a:ext cx="42672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99D5D-5452-4897-02A9-A1B32F0BE968}"/>
              </a:ext>
            </a:extLst>
          </p:cNvPr>
          <p:cNvCxnSpPr>
            <a:cxnSpLocks/>
          </p:cNvCxnSpPr>
          <p:nvPr userDrawn="1"/>
        </p:nvCxnSpPr>
        <p:spPr>
          <a:xfrm>
            <a:off x="10345266" y="584994"/>
            <a:ext cx="1259359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4994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587375" y="672874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7376" y="3672238"/>
            <a:ext cx="5508626" cy="1140214"/>
          </a:xfrm>
        </p:spPr>
        <p:txBody>
          <a:bodyPr vert="horz" lIns="91440" tIns="45720" rIns="91440" bIns="45720" rtlCol="0">
            <a:noAutofit/>
          </a:bodyPr>
          <a:lstStyle>
            <a:lvl1pPr marL="0" indent="0" algn="l">
              <a:buNone/>
              <a:defRPr lang="en-US" sz="1800" b="1" dirty="0">
                <a:solidFill>
                  <a:schemeClr val="tx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797822D4-3AF1-5B58-2FF0-158DBC5AC59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12125" y="781050"/>
            <a:ext cx="3492500" cy="529590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2711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06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1307305" y="2045546"/>
            <a:ext cx="9577390" cy="1383453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305" y="2045546"/>
            <a:ext cx="9577390" cy="1383453"/>
          </a:xfrm>
        </p:spPr>
        <p:txBody>
          <a:bodyPr anchor="b">
            <a:noAutofit/>
          </a:bodyPr>
          <a:lstStyle>
            <a:lvl1pPr algn="ctr">
              <a:defRPr sz="44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>
            <a:cxnSpLocks/>
          </p:cNvCxnSpPr>
          <p:nvPr userDrawn="1"/>
        </p:nvCxnSpPr>
        <p:spPr>
          <a:xfrm>
            <a:off x="1638300" y="584994"/>
            <a:ext cx="42672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99D5D-5452-4897-02A9-A1B32F0BE968}"/>
              </a:ext>
            </a:extLst>
          </p:cNvPr>
          <p:cNvCxnSpPr>
            <a:cxnSpLocks/>
          </p:cNvCxnSpPr>
          <p:nvPr userDrawn="1"/>
        </p:nvCxnSpPr>
        <p:spPr>
          <a:xfrm>
            <a:off x="10345266" y="584994"/>
            <a:ext cx="1259359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587375" y="584994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587375" y="672874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07306" y="3672238"/>
            <a:ext cx="9577388" cy="1140214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en-US" sz="1800" b="1" dirty="0">
                <a:solidFill>
                  <a:schemeClr val="tx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365830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07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7C7D43-1CC3-3332-AEFC-59ABB023F7AC}"/>
              </a:ext>
            </a:extLst>
          </p:cNvPr>
          <p:cNvSpPr/>
          <p:nvPr userDrawn="1"/>
        </p:nvSpPr>
        <p:spPr>
          <a:xfrm>
            <a:off x="1142336" y="3429000"/>
            <a:ext cx="3189032" cy="34290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2" y="584200"/>
            <a:ext cx="10210796" cy="811463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A644C5E0-9971-F7E5-8391-70E4C831287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90602" y="1677545"/>
            <a:ext cx="3492500" cy="379439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AF883061-5B41-6F26-B7AA-275F3173FA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34836" y="2650532"/>
            <a:ext cx="6566562" cy="408927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CFBE3A87-105B-1E6E-1BD8-ABF5A9E0ACB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34836" y="1677545"/>
            <a:ext cx="6566562" cy="612569"/>
          </a:xfr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1B34521A-7E0E-1C4A-9C93-8FDE8C7AC58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34836" y="3165814"/>
            <a:ext cx="6566562" cy="230612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0118821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07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7C7D43-1CC3-3332-AEFC-59ABB023F7AC}"/>
              </a:ext>
            </a:extLst>
          </p:cNvPr>
          <p:cNvSpPr/>
          <p:nvPr userDrawn="1"/>
        </p:nvSpPr>
        <p:spPr>
          <a:xfrm>
            <a:off x="0" y="0"/>
            <a:ext cx="12192000" cy="252984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2" y="584200"/>
            <a:ext cx="10210796" cy="811463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A644C5E0-9971-F7E5-8391-70E4C831287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153145" y="1574478"/>
            <a:ext cx="2926729" cy="317971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AF883061-5B41-6F26-B7AA-275F3173FA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53145" y="5847157"/>
            <a:ext cx="2926729" cy="40892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CFBE3A87-105B-1E6E-1BD8-ABF5A9E0ACB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53145" y="5077812"/>
            <a:ext cx="2926729" cy="408927"/>
          </a:xfrm>
        </p:spPr>
        <p:txBody>
          <a:bodyPr anchor="b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8CC0DFDD-AE3D-21CD-3ECA-55C99FD79FA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713907" y="1574478"/>
            <a:ext cx="2926729" cy="317971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C35C339-B131-935D-A745-25B2E753EF5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13907" y="5847157"/>
            <a:ext cx="2926729" cy="40892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70E8CCF4-77CA-C2E6-4322-92E5FD4E5AB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13907" y="5077812"/>
            <a:ext cx="2926729" cy="408927"/>
          </a:xfrm>
        </p:spPr>
        <p:txBody>
          <a:bodyPr anchor="b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4" name="Picture Placeholder 6">
            <a:extLst>
              <a:ext uri="{FF2B5EF4-FFF2-40B4-BE49-F238E27FC236}">
                <a16:creationId xmlns:a16="http://schemas.microsoft.com/office/drawing/2014/main" id="{1F3B3073-62FB-9C18-6E24-B85FE2C0D08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274669" y="1574478"/>
            <a:ext cx="2926729" cy="317971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33843DE-A509-C4F3-95B1-7CE1070E8C4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4669" y="5847157"/>
            <a:ext cx="2926729" cy="40892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E4DE0624-B531-4679-85CC-26E061F0904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74669" y="5077812"/>
            <a:ext cx="2926729" cy="408927"/>
          </a:xfrm>
        </p:spPr>
        <p:txBody>
          <a:bodyPr anchor="b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7172945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07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7C7D43-1CC3-3332-AEFC-59ABB023F7AC}"/>
              </a:ext>
            </a:extLst>
          </p:cNvPr>
          <p:cNvSpPr/>
          <p:nvPr userDrawn="1"/>
        </p:nvSpPr>
        <p:spPr>
          <a:xfrm>
            <a:off x="0" y="0"/>
            <a:ext cx="12192000" cy="252984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2" y="584200"/>
            <a:ext cx="10210796" cy="811463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A644C5E0-9971-F7E5-8391-70E4C831287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90602" y="1849120"/>
            <a:ext cx="2328561" cy="2529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AF883061-5B41-6F26-B7AA-275F3173FA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90602" y="5558162"/>
            <a:ext cx="2328561" cy="40892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CFBE3A87-105B-1E6E-1BD8-ABF5A9E0ACB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90602" y="4788817"/>
            <a:ext cx="2328561" cy="408927"/>
          </a:xfrm>
        </p:spPr>
        <p:txBody>
          <a:bodyPr anchor="b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A115D3E-06C8-94A8-C7A6-7A54E905241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618014" y="1849120"/>
            <a:ext cx="2328561" cy="2529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93E3143A-A669-396C-527B-2DF6F35204C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18014" y="5558162"/>
            <a:ext cx="2328561" cy="40892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5612B400-7941-B897-A85A-4C9D7CFC349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18014" y="4788817"/>
            <a:ext cx="2328561" cy="408927"/>
          </a:xfrm>
        </p:spPr>
        <p:txBody>
          <a:bodyPr anchor="b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2790C03E-3168-FD7D-2BF2-B146F42066A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45426" y="1849120"/>
            <a:ext cx="2328561" cy="2529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E92E3D50-7E43-92E2-C4C7-F8C758DEAE3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45426" y="5558162"/>
            <a:ext cx="2328561" cy="40892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9C9003E-ABD3-197E-AC48-A60631592CE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45426" y="4788817"/>
            <a:ext cx="2328561" cy="408927"/>
          </a:xfrm>
        </p:spPr>
        <p:txBody>
          <a:bodyPr anchor="b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53B98425-54ED-9F6C-E805-798F24DA276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872839" y="1849120"/>
            <a:ext cx="2328561" cy="2529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919239A0-E145-9BBB-706B-AF13B4BB5E5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72839" y="5558162"/>
            <a:ext cx="2328561" cy="40892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B7AEBEE5-24FA-2A2E-3C73-CA96D111B1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872839" y="4788817"/>
            <a:ext cx="2328561" cy="408927"/>
          </a:xfrm>
        </p:spPr>
        <p:txBody>
          <a:bodyPr anchor="b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1460890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07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7C7D43-1CC3-3332-AEFC-59ABB023F7AC}"/>
              </a:ext>
            </a:extLst>
          </p:cNvPr>
          <p:cNvSpPr/>
          <p:nvPr userDrawn="1"/>
        </p:nvSpPr>
        <p:spPr>
          <a:xfrm>
            <a:off x="0" y="0"/>
            <a:ext cx="12192000" cy="252984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2" y="584200"/>
            <a:ext cx="10210796" cy="811463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A644C5E0-9971-F7E5-8391-70E4C831287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90602" y="1660256"/>
            <a:ext cx="2621278" cy="284785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AF883061-5B41-6F26-B7AA-275F3173FA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90602" y="5558162"/>
            <a:ext cx="2621278" cy="40892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CFBE3A87-105B-1E6E-1BD8-ABF5A9E0ACB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90602" y="4788817"/>
            <a:ext cx="2621278" cy="408927"/>
          </a:xfrm>
        </p:spPr>
        <p:txBody>
          <a:bodyPr anchor="b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2437A582-4A12-E508-AB60-848FF00590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389851" y="1660256"/>
            <a:ext cx="1234700" cy="134142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DD376F6E-9541-43F6-8C81-EFB9015B18E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93192" y="3490557"/>
            <a:ext cx="1628019" cy="307353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B5A5A15-6EAC-A905-163B-AACB411C9EE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193192" y="3121647"/>
            <a:ext cx="1628019" cy="30735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8" name="Picture Placeholder 6">
            <a:extLst>
              <a:ext uri="{FF2B5EF4-FFF2-40B4-BE49-F238E27FC236}">
                <a16:creationId xmlns:a16="http://schemas.microsoft.com/office/drawing/2014/main" id="{945E32A7-707B-86F1-E301-29FFE579BDC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389851" y="4132593"/>
            <a:ext cx="1234700" cy="134142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E1348B6E-D790-42C2-D7B4-BD30D3C8D0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93192" y="5962894"/>
            <a:ext cx="1628019" cy="307353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7664452C-C8D9-3614-3858-A6BD0A6F04C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93192" y="5593984"/>
            <a:ext cx="1628019" cy="30735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1" name="Picture Placeholder 6">
            <a:extLst>
              <a:ext uri="{FF2B5EF4-FFF2-40B4-BE49-F238E27FC236}">
                <a16:creationId xmlns:a16="http://schemas.microsoft.com/office/drawing/2014/main" id="{C9849D3C-E716-6BD6-15BF-B5A70539D89F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079945" y="1660256"/>
            <a:ext cx="1234700" cy="134142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46003773-4C2E-29E4-03DC-D533EEA5CA9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83286" y="3490557"/>
            <a:ext cx="1628019" cy="307353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E51E319-A781-182A-659B-52125E215BD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83286" y="3121647"/>
            <a:ext cx="1628019" cy="30735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4" name="Picture Placeholder 6">
            <a:extLst>
              <a:ext uri="{FF2B5EF4-FFF2-40B4-BE49-F238E27FC236}">
                <a16:creationId xmlns:a16="http://schemas.microsoft.com/office/drawing/2014/main" id="{F8184EF0-C3A2-DE0D-A915-BE044D41F5B8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7079945" y="4132593"/>
            <a:ext cx="1234700" cy="134142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C07899E2-72CA-CD1F-4FFA-DBEEC48BE22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883286" y="5962894"/>
            <a:ext cx="1628019" cy="307353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BBEC9C2B-371B-6790-C895-ADA8F4B936D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883286" y="5593984"/>
            <a:ext cx="1628019" cy="30735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7" name="Picture Placeholder 6">
            <a:extLst>
              <a:ext uri="{FF2B5EF4-FFF2-40B4-BE49-F238E27FC236}">
                <a16:creationId xmlns:a16="http://schemas.microsoft.com/office/drawing/2014/main" id="{A998F442-3AE2-1FF9-8A8E-628DEC1E737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770038" y="1660256"/>
            <a:ext cx="1234700" cy="134142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C48F272F-C9E6-9E29-D2A1-553354FA160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73379" y="3490557"/>
            <a:ext cx="1628019" cy="307353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DDAF5100-A4E1-962D-5E5F-A944A809DC1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73379" y="3121647"/>
            <a:ext cx="1628019" cy="30735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0" name="Picture Placeholder 6">
            <a:extLst>
              <a:ext uri="{FF2B5EF4-FFF2-40B4-BE49-F238E27FC236}">
                <a16:creationId xmlns:a16="http://schemas.microsoft.com/office/drawing/2014/main" id="{9707D43F-2BB5-6B3A-FB18-07981291FFCB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9770038" y="4132593"/>
            <a:ext cx="1234700" cy="134142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F5D4884D-F4C5-8DD3-7B7A-A5433A7EFD3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73379" y="5962894"/>
            <a:ext cx="1628019" cy="307353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1672A2DE-796F-4523-537F-4D4BC58E259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573379" y="5593984"/>
            <a:ext cx="1628019" cy="30735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16558191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S08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2" y="584201"/>
            <a:ext cx="10210796" cy="45666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2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CB1BA59-6A23-1C22-484C-F44919FBFED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90600" y="1844040"/>
            <a:ext cx="10210800" cy="4429760"/>
          </a:xfrm>
        </p:spPr>
        <p:txBody>
          <a:bodyPr>
            <a:normAutofit/>
          </a:bodyPr>
          <a:lstStyle>
            <a:lvl1pPr marL="228600" indent="-228600">
              <a:buClr>
                <a:schemeClr val="tx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1pPr>
            <a:lvl2pPr marL="685800" indent="-228600">
              <a:buClr>
                <a:schemeClr val="tx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2pPr>
            <a:lvl3pPr marL="1143000" indent="-228600">
              <a:buClr>
                <a:schemeClr val="tx1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200" indent="-228600">
              <a:buClr>
                <a:schemeClr val="tx1"/>
              </a:buClr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</a:defRPr>
            </a:lvl4pPr>
            <a:lvl5pPr marL="2057400" indent="-228600">
              <a:buClr>
                <a:schemeClr val="tx1"/>
              </a:buClr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005490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estion S09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5275" y="1797739"/>
            <a:ext cx="5489350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15276" y="2770725"/>
            <a:ext cx="5489350" cy="24848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B5F2ABBD-91F5-C70A-C6E7-842745F6A198}"/>
              </a:ext>
            </a:extLst>
          </p:cNvPr>
          <p:cNvSpPr/>
          <p:nvPr userDrawn="1"/>
        </p:nvSpPr>
        <p:spPr>
          <a:xfrm>
            <a:off x="0" y="1714500"/>
            <a:ext cx="5394960" cy="34290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EF5EC16-4313-722B-60DA-C87C861CE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616203"/>
            <a:ext cx="4408327" cy="162559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608613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Text Box T20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FB1061-563E-2AD7-21A5-0726FC80557C}"/>
              </a:ext>
            </a:extLst>
          </p:cNvPr>
          <p:cNvSpPr/>
          <p:nvPr userDrawn="1"/>
        </p:nvSpPr>
        <p:spPr>
          <a:xfrm>
            <a:off x="7416800" y="2122260"/>
            <a:ext cx="3088640" cy="4735739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6191248" cy="1325563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609600" y="584664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609600" y="671750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2816013"/>
            <a:ext cx="5181600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4400" y="3789000"/>
            <a:ext cx="5181600" cy="2484336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9F175D2-EEFE-E4BF-0E57-03025B8F8D6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12125" y="1"/>
            <a:ext cx="4079874" cy="6858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6149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Text Box T20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796698"/>
            <a:ext cx="10690225" cy="1325563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609600" y="584664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609600" y="671750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914536A8-5B36-DB20-0A22-84C23E539C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2685822"/>
            <a:ext cx="5508624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30E2EFB9-4072-96B3-862C-B75B0058435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1" y="3658808"/>
            <a:ext cx="5508624" cy="261499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DB6D73-057D-A94F-432B-54500F9D7902}"/>
              </a:ext>
            </a:extLst>
          </p:cNvPr>
          <p:cNvSpPr/>
          <p:nvPr userDrawn="1"/>
        </p:nvSpPr>
        <p:spPr>
          <a:xfrm>
            <a:off x="2982913" y="3429000"/>
            <a:ext cx="2468562" cy="34290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D7C6AF65-E495-8AEC-B002-3367F54636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74722" y="2685822"/>
            <a:ext cx="4046857" cy="358797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2266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Text Boxes T21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B735EAF-8052-DDCD-6CEC-D825479BEFD3}"/>
              </a:ext>
            </a:extLst>
          </p:cNvPr>
          <p:cNvSpPr/>
          <p:nvPr userDrawn="1"/>
        </p:nvSpPr>
        <p:spPr>
          <a:xfrm>
            <a:off x="6095999" y="-9565"/>
            <a:ext cx="4068763" cy="68580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2281" y="796698"/>
            <a:ext cx="6937543" cy="1325563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CB9F921-8097-7740-47FD-1905F9FE44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1112" y="0"/>
            <a:ext cx="4068763" cy="684843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EBCBD63-480F-D96C-B0DF-94EF264BA08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83844" y="2816013"/>
            <a:ext cx="3015979" cy="612569"/>
          </a:xfr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3F1D198-945D-C96D-60E9-C0AEC5E296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06240" y="3789000"/>
            <a:ext cx="3015979" cy="24848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BDCD9B2A-F0BB-F9DB-CC75-2EC1683475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9239" y="3789000"/>
            <a:ext cx="3015979" cy="24848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2271BA1-38C2-A7FE-AC76-8EC49BFBBE3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69239" y="2816013"/>
            <a:ext cx="3015979" cy="612569"/>
          </a:xfr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4E1DFAB-28D8-B5CE-CCCD-D0320800EDE8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6F2AE28-EF8D-C600-D3CF-2C5F4251A23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26DCEE2-5821-0543-5382-BBE1D8D60E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089766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Text Boxes T21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53A1984-C960-576C-0D1C-E53080E1EB5F}"/>
              </a:ext>
            </a:extLst>
          </p:cNvPr>
          <p:cNvSpPr/>
          <p:nvPr userDrawn="1"/>
        </p:nvSpPr>
        <p:spPr>
          <a:xfrm>
            <a:off x="0" y="6273335"/>
            <a:ext cx="12191999" cy="575099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6896136" cy="1325563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609600" y="584664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609600" y="671750"/>
            <a:ext cx="304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399" y="2816012"/>
            <a:ext cx="3165475" cy="612987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45061" y="2816012"/>
            <a:ext cx="3165475" cy="612987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4399" y="3789000"/>
            <a:ext cx="3165475" cy="24848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45061" y="3789000"/>
            <a:ext cx="3165475" cy="24848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9F175D2-EEFE-E4BF-0E57-03025B8F8D6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12126" y="1"/>
            <a:ext cx="4079874" cy="6858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0172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Text Boxes T21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3" y="2816014"/>
            <a:ext cx="2917371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8" y="2816014"/>
            <a:ext cx="2917371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789000"/>
            <a:ext cx="2917371" cy="24848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3789000"/>
            <a:ext cx="2917371" cy="24848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B5F2ABBD-91F5-C70A-C6E7-842745F6A198}"/>
              </a:ext>
            </a:extLst>
          </p:cNvPr>
          <p:cNvSpPr/>
          <p:nvPr userDrawn="1"/>
        </p:nvSpPr>
        <p:spPr>
          <a:xfrm>
            <a:off x="1611313" y="3429000"/>
            <a:ext cx="2468562" cy="34290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8B093257-1959-B398-EC8B-53DE3FEC7E4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74723" y="2685822"/>
            <a:ext cx="2408240" cy="358797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EF5EC16-4313-722B-60DA-C87C861CE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633" y="584200"/>
            <a:ext cx="10218735" cy="1325563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45900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Text Boxes T21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FB883CC-094E-7039-9807-58F11002611B}"/>
              </a:ext>
            </a:extLst>
          </p:cNvPr>
          <p:cNvSpPr/>
          <p:nvPr userDrawn="1"/>
        </p:nvSpPr>
        <p:spPr>
          <a:xfrm>
            <a:off x="1" y="0"/>
            <a:ext cx="5086346" cy="68580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86633" y="2805128"/>
            <a:ext cx="3085304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12125" y="2816014"/>
            <a:ext cx="3085200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86633" y="3789000"/>
            <a:ext cx="3085304" cy="24848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12124" y="3789000"/>
            <a:ext cx="3085200" cy="24848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FDDBBAD-B928-4819-64F5-80A5AECD71C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610100" y="2171699"/>
            <a:ext cx="2971800" cy="45497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286C0CA-45F4-43BF-39CE-AF6C884AE557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7D54ACE-8F34-7F75-48C9-4ED641D4CE8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415FD36-78E8-35E1-2300-4B2C7D6EA4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1" name="Title 1">
            <a:extLst>
              <a:ext uri="{FF2B5EF4-FFF2-40B4-BE49-F238E27FC236}">
                <a16:creationId xmlns:a16="http://schemas.microsoft.com/office/drawing/2014/main" id="{73673B6A-7FE7-CBEA-37F7-E32AFBF64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633" y="584200"/>
            <a:ext cx="10218735" cy="1325563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65565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Text Boxes T22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7C7D43-1CC3-3332-AEFC-59ABB023F7AC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2" y="584200"/>
            <a:ext cx="10210796" cy="1325563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0604" y="2816014"/>
            <a:ext cx="2996982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97509" y="2816014"/>
            <a:ext cx="2996982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04418" y="2816014"/>
            <a:ext cx="2996982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87190" y="3789000"/>
            <a:ext cx="2996982" cy="24848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95804" y="3789000"/>
            <a:ext cx="2996982" cy="24848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04417" y="3789000"/>
            <a:ext cx="2996982" cy="24848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657858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Text Boxes T22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2110E5-7C92-C71B-6465-30BF86DFB662}"/>
              </a:ext>
            </a:extLst>
          </p:cNvPr>
          <p:cNvSpPr/>
          <p:nvPr userDrawn="1"/>
        </p:nvSpPr>
        <p:spPr>
          <a:xfrm>
            <a:off x="6096000" y="1"/>
            <a:ext cx="6096000" cy="68580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633" y="584200"/>
            <a:ext cx="10218735" cy="1325563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2663" y="2816014"/>
            <a:ext cx="3004921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87862" y="2816014"/>
            <a:ext cx="3004921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96477" y="2816014"/>
            <a:ext cx="3004921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79249" y="3789000"/>
            <a:ext cx="3004921" cy="24848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87863" y="3789000"/>
            <a:ext cx="3004921" cy="24848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96476" y="3789000"/>
            <a:ext cx="3004921" cy="24848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150918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Text Boxes T22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949CF9-AE80-D4A2-E0FC-126A4E8ECBCB}"/>
              </a:ext>
            </a:extLst>
          </p:cNvPr>
          <p:cNvSpPr/>
          <p:nvPr userDrawn="1"/>
        </p:nvSpPr>
        <p:spPr>
          <a:xfrm>
            <a:off x="6096000" y="1"/>
            <a:ext cx="6096000" cy="68580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613" y="4618037"/>
            <a:ext cx="10226720" cy="1325563"/>
          </a:xfrm>
        </p:spPr>
        <p:txBody>
          <a:bodyPr vert="horz" lIns="91440" tIns="45720" rIns="91440" bIns="45720" rtlCol="0" anchor="b">
            <a:noAutofit/>
          </a:bodyPr>
          <a:lstStyle>
            <a:lvl1pPr algn="r"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2612" y="1044592"/>
            <a:ext cx="2925310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2" y="1044592"/>
            <a:ext cx="2925310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8" y="1044592"/>
            <a:ext cx="2925310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82616" y="2017578"/>
            <a:ext cx="2925306" cy="213804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2017578"/>
            <a:ext cx="2925306" cy="213804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2017578"/>
            <a:ext cx="2925306" cy="213804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B524F7C-11B8-F60C-E83B-9AACF2D352BC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7D2EC51-1EAA-481F-44F5-ECB577FE4A6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F9A4461-7022-1216-67C2-4282A5ED0F7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423052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Text Boxes T23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2110E5-7C92-C71B-6465-30BF86DFB662}"/>
              </a:ext>
            </a:extLst>
          </p:cNvPr>
          <p:cNvSpPr/>
          <p:nvPr userDrawn="1"/>
        </p:nvSpPr>
        <p:spPr>
          <a:xfrm>
            <a:off x="0" y="4169646"/>
            <a:ext cx="12192000" cy="2688354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633" y="584200"/>
            <a:ext cx="10218735" cy="1325563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2663" y="2075369"/>
            <a:ext cx="4381817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79249" y="3048355"/>
            <a:ext cx="4381817" cy="76605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05696B9-1651-4668-177F-DEFBAD23C9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23551" y="2075369"/>
            <a:ext cx="4381817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CC4B88AC-B200-B249-24B1-8ED542BCED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20137" y="3048355"/>
            <a:ext cx="4381817" cy="76605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D8C17CFE-3579-40B3-2632-589562FA11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82663" y="4534762"/>
            <a:ext cx="4381817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F4DD490-986F-987A-AEBB-FB105AA3DA1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9249" y="5507748"/>
            <a:ext cx="4381817" cy="76605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A8563D8-A319-24AB-F350-8A68121AE77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823551" y="4534762"/>
            <a:ext cx="4381817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ABE82BA-0AB6-8EC4-C921-C69F620CB67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820137" y="5507748"/>
            <a:ext cx="4381817" cy="76605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101656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Text Boxes T23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201"/>
            <a:ext cx="10617993" cy="753902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0789" y="1549589"/>
            <a:ext cx="3489087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7375" y="2522575"/>
            <a:ext cx="3489087" cy="1133414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05696B9-1651-4668-177F-DEFBAD23C9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15538" y="1549589"/>
            <a:ext cx="3489087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CC4B88AC-B200-B249-24B1-8ED542BCED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12124" y="2522575"/>
            <a:ext cx="3489087" cy="1133414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D8C17CFE-3579-40B3-2632-589562FA11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90789" y="4166606"/>
            <a:ext cx="3489087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F4DD490-986F-987A-AEBB-FB105AA3DA1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7375" y="5139592"/>
            <a:ext cx="3489087" cy="1133414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A8563D8-A319-24AB-F350-8A68121AE77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15538" y="4166606"/>
            <a:ext cx="3489087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ABE82BA-0AB6-8EC4-C921-C69F620CB67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2124" y="5139592"/>
            <a:ext cx="3489087" cy="1133414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01EF50-76FB-105C-6115-10A8FEDEE6FD}"/>
              </a:ext>
            </a:extLst>
          </p:cNvPr>
          <p:cNvSpPr/>
          <p:nvPr userDrawn="1"/>
        </p:nvSpPr>
        <p:spPr>
          <a:xfrm>
            <a:off x="4541520" y="3931920"/>
            <a:ext cx="3108960" cy="292608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FFB1A31F-AFD0-D152-CF00-278D6FF7943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693921" y="1549589"/>
            <a:ext cx="2804160" cy="472421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362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 with Contents C40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A77A9C2-D01E-51F0-0FE4-1349E66F37B3}"/>
              </a:ext>
            </a:extLst>
          </p:cNvPr>
          <p:cNvSpPr/>
          <p:nvPr userDrawn="1"/>
        </p:nvSpPr>
        <p:spPr>
          <a:xfrm>
            <a:off x="0" y="5626100"/>
            <a:ext cx="12192000" cy="12319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662" y="584200"/>
            <a:ext cx="10226675" cy="1325563"/>
          </a:xfrm>
        </p:spPr>
        <p:txBody>
          <a:bodyPr vert="horz" lIns="91440" tIns="45720" rIns="91440" bIns="45720" rtlCol="0" anchor="t">
            <a:noAutofit/>
          </a:bodyPr>
          <a:lstStyle>
            <a:lvl1pPr algn="ctr"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46DDED33-F951-92DC-9C06-63695619BBDF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82662" y="3429000"/>
            <a:ext cx="10226676" cy="2844800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E48233E-B05B-E911-700E-801B9296783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87189" y="2269763"/>
            <a:ext cx="10222147" cy="81633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92449071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Radial Bars C41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662" y="584200"/>
            <a:ext cx="10226675" cy="1325563"/>
          </a:xfrm>
        </p:spPr>
        <p:txBody>
          <a:bodyPr vert="horz" lIns="91440" tIns="45720" rIns="91440" bIns="45720" rtlCol="0" anchor="t">
            <a:noAutofit/>
          </a:bodyPr>
          <a:lstStyle>
            <a:lvl1pPr algn="ctr"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37CDB10-DA5D-1EE9-AE4F-F25CCBAE25B0}"/>
              </a:ext>
            </a:extLst>
          </p:cNvPr>
          <p:cNvSpPr/>
          <p:nvPr userDrawn="1"/>
        </p:nvSpPr>
        <p:spPr>
          <a:xfrm>
            <a:off x="5461404" y="2269763"/>
            <a:ext cx="1269190" cy="1269190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A6A04D99-E55F-8218-8755-379F80E7EBE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61404" y="2269763"/>
            <a:ext cx="1269190" cy="1269190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GB" sz="1000" dirty="0">
                <a:solidFill>
                  <a:schemeClr val="tx1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4D337958-8F07-5AAF-7888-FB7F0004A57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590680" y="2609036"/>
            <a:ext cx="1010638" cy="61014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8885573-5AF5-ED93-C553-335A208ADD6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637314" y="4008416"/>
            <a:ext cx="2917371" cy="612987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15FDD13A-74C6-9F9A-E258-A8695432A19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637314" y="4981404"/>
            <a:ext cx="2917371" cy="12923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0A72F78-3AC4-D09F-16CD-749151E30F1E}"/>
              </a:ext>
            </a:extLst>
          </p:cNvPr>
          <p:cNvSpPr/>
          <p:nvPr userDrawn="1"/>
        </p:nvSpPr>
        <p:spPr>
          <a:xfrm>
            <a:off x="9116055" y="2269763"/>
            <a:ext cx="1269190" cy="1269190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52CD714-4175-F01B-723E-34709C3D1FE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16055" y="2269763"/>
            <a:ext cx="1269190" cy="1269190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GB" sz="1000" dirty="0">
                <a:solidFill>
                  <a:schemeClr val="tx1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56FAE53C-996B-DD95-85E9-2E3038FB901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245331" y="2609036"/>
            <a:ext cx="1010638" cy="61014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CC303A69-602F-A36A-9A9E-EE4D0AB6235F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291965" y="4008416"/>
            <a:ext cx="2917371" cy="612987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E61947B-1C96-D600-646B-A0B608618F02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291965" y="4981404"/>
            <a:ext cx="2917371" cy="12923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B0C740-9C9D-361C-4012-372CB4681983}"/>
              </a:ext>
            </a:extLst>
          </p:cNvPr>
          <p:cNvSpPr/>
          <p:nvPr userDrawn="1"/>
        </p:nvSpPr>
        <p:spPr>
          <a:xfrm>
            <a:off x="1611313" y="3429000"/>
            <a:ext cx="2468562" cy="34290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555AA1C-1C5A-333A-24F5-C6F1995B425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82661" y="2269763"/>
            <a:ext cx="2400301" cy="400403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05462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Radial Bars C42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CCE5CB8-34AA-5202-D59C-0C13678D56E5}"/>
              </a:ext>
            </a:extLst>
          </p:cNvPr>
          <p:cNvSpPr/>
          <p:nvPr userDrawn="1"/>
        </p:nvSpPr>
        <p:spPr>
          <a:xfrm>
            <a:off x="0" y="6273800"/>
            <a:ext cx="12192000" cy="5842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662" y="584200"/>
            <a:ext cx="10226675" cy="1325563"/>
          </a:xfrm>
        </p:spPr>
        <p:txBody>
          <a:bodyPr vert="horz" lIns="91440" tIns="45720" rIns="91440" bIns="45720" rtlCol="0" anchor="t">
            <a:noAutofit/>
          </a:bodyPr>
          <a:lstStyle>
            <a:lvl1pPr algn="ctr"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3198F37-3BF6-F353-88A7-EC7B3896DB31}"/>
              </a:ext>
            </a:extLst>
          </p:cNvPr>
          <p:cNvSpPr/>
          <p:nvPr userDrawn="1"/>
        </p:nvSpPr>
        <p:spPr>
          <a:xfrm>
            <a:off x="1806753" y="2269763"/>
            <a:ext cx="1269190" cy="1269190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43AAF754-AFB2-7B0F-C9D5-723C7F747F9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806753" y="2269763"/>
            <a:ext cx="1269190" cy="1269190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GB" sz="1000" dirty="0">
                <a:solidFill>
                  <a:schemeClr val="tx1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486EB249-DC17-B35E-6295-7911453EBB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936029" y="2609036"/>
            <a:ext cx="1010638" cy="61014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9C13F117-62CD-3060-85FD-14552A5345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82663" y="4008416"/>
            <a:ext cx="2917371" cy="612987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FA370F15-4A8B-E6DC-3995-E9DCC61296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82663" y="4981404"/>
            <a:ext cx="2917371" cy="12923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37CDB10-DA5D-1EE9-AE4F-F25CCBAE25B0}"/>
              </a:ext>
            </a:extLst>
          </p:cNvPr>
          <p:cNvSpPr/>
          <p:nvPr userDrawn="1"/>
        </p:nvSpPr>
        <p:spPr>
          <a:xfrm>
            <a:off x="5461404" y="2269763"/>
            <a:ext cx="1269190" cy="1269190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A6A04D99-E55F-8218-8755-379F80E7EBE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61404" y="2269763"/>
            <a:ext cx="1269190" cy="1269190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GB" sz="1000" dirty="0">
                <a:solidFill>
                  <a:schemeClr val="tx1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4D337958-8F07-5AAF-7888-FB7F0004A57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590680" y="2609036"/>
            <a:ext cx="1010638" cy="61014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8885573-5AF5-ED93-C553-335A208ADD6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637314" y="4008416"/>
            <a:ext cx="2917371" cy="612987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15FDD13A-74C6-9F9A-E258-A8695432A19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637314" y="4981404"/>
            <a:ext cx="2917371" cy="12923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0A72F78-3AC4-D09F-16CD-749151E30F1E}"/>
              </a:ext>
            </a:extLst>
          </p:cNvPr>
          <p:cNvSpPr/>
          <p:nvPr userDrawn="1"/>
        </p:nvSpPr>
        <p:spPr>
          <a:xfrm>
            <a:off x="9116055" y="2269763"/>
            <a:ext cx="1269190" cy="1269190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52CD714-4175-F01B-723E-34709C3D1FE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16055" y="2269763"/>
            <a:ext cx="1269190" cy="1269190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GB" sz="1000" dirty="0">
                <a:solidFill>
                  <a:schemeClr val="tx1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56FAE53C-996B-DD95-85E9-2E3038FB901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245331" y="2609036"/>
            <a:ext cx="1010638" cy="61014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CC303A69-602F-A36A-9A9E-EE4D0AB6235F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291965" y="4008416"/>
            <a:ext cx="2917371" cy="612987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E61947B-1C96-D600-646B-A0B608618F02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291965" y="4981404"/>
            <a:ext cx="2917371" cy="12923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406002656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Radial Bars C43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662" y="584200"/>
            <a:ext cx="10226675" cy="1325563"/>
          </a:xfrm>
        </p:spPr>
        <p:txBody>
          <a:bodyPr vert="horz" lIns="91440" tIns="45720" rIns="91440" bIns="45720" rtlCol="0" anchor="t">
            <a:noAutofit/>
          </a:bodyPr>
          <a:lstStyle>
            <a:lvl1pPr algn="ctr"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3198F37-3BF6-F353-88A7-EC7B3896DB31}"/>
              </a:ext>
            </a:extLst>
          </p:cNvPr>
          <p:cNvSpPr/>
          <p:nvPr userDrawn="1"/>
        </p:nvSpPr>
        <p:spPr>
          <a:xfrm>
            <a:off x="1480498" y="2269763"/>
            <a:ext cx="1269190" cy="1269190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43AAF754-AFB2-7B0F-C9D5-723C7F747F9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480498" y="2269763"/>
            <a:ext cx="1269190" cy="1269190"/>
          </a:xfrm>
          <a:prstGeom prst="arc">
            <a:avLst>
              <a:gd name="adj1" fmla="val 16200000"/>
              <a:gd name="adj2" fmla="val 7873319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chemeClr val="tx1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486EB249-DC17-B35E-6295-7911453EBB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609774" y="2609036"/>
            <a:ext cx="1010638" cy="61014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9C13F117-62CD-3060-85FD-14552A5345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82662" y="4008416"/>
            <a:ext cx="2264864" cy="612987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FA370F15-4A8B-E6DC-3995-E9DCC61296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82662" y="4981404"/>
            <a:ext cx="2264864" cy="12923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5D450D8-03FC-4EFA-A2D5-44FAE81334B2}"/>
              </a:ext>
            </a:extLst>
          </p:cNvPr>
          <p:cNvSpPr/>
          <p:nvPr userDrawn="1"/>
        </p:nvSpPr>
        <p:spPr>
          <a:xfrm>
            <a:off x="4134435" y="2269763"/>
            <a:ext cx="1269190" cy="1269190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A1725AD-D3F3-4C43-A9CE-D923157D1EB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34435" y="2269763"/>
            <a:ext cx="1269190" cy="1269190"/>
          </a:xfrm>
          <a:prstGeom prst="arc">
            <a:avLst>
              <a:gd name="adj1" fmla="val 16200000"/>
              <a:gd name="adj2" fmla="val 7873319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chemeClr val="tx1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A5A4432-49BE-85C3-371F-61947F2EFFB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63711" y="2609036"/>
            <a:ext cx="1010638" cy="61014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7DEE162-DE7F-280F-3FCD-C14B9C99397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636599" y="4008416"/>
            <a:ext cx="2264864" cy="612987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5590AC1-AE92-BA30-A559-CC995EAC450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636599" y="4981404"/>
            <a:ext cx="2264864" cy="12923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6B475C3-04A6-711E-5322-383741AA50A0}"/>
              </a:ext>
            </a:extLst>
          </p:cNvPr>
          <p:cNvSpPr/>
          <p:nvPr userDrawn="1"/>
        </p:nvSpPr>
        <p:spPr>
          <a:xfrm>
            <a:off x="6788372" y="2269763"/>
            <a:ext cx="1269190" cy="1269190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8DB54B20-FE22-8EB2-3645-87067CB5CE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788372" y="2269763"/>
            <a:ext cx="1269190" cy="1269190"/>
          </a:xfrm>
          <a:prstGeom prst="arc">
            <a:avLst>
              <a:gd name="adj1" fmla="val 16200000"/>
              <a:gd name="adj2" fmla="val 7873319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chemeClr val="tx1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01A99640-BD8F-1C2E-7917-E427E2C9E8E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917648" y="2609036"/>
            <a:ext cx="1010638" cy="61014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5576649-3C0B-389C-A412-15DA9006199F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6290536" y="4008416"/>
            <a:ext cx="2264864" cy="612987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1B49E62-70C1-5A3E-C9DE-30D3B9A1317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290536" y="4981404"/>
            <a:ext cx="2264864" cy="12923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2FB53EF-67A9-1D0C-83D1-C2E775568ADC}"/>
              </a:ext>
            </a:extLst>
          </p:cNvPr>
          <p:cNvSpPr/>
          <p:nvPr userDrawn="1"/>
        </p:nvSpPr>
        <p:spPr>
          <a:xfrm>
            <a:off x="9442309" y="2269763"/>
            <a:ext cx="1269190" cy="1269190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478AA837-7F82-20FE-7D9B-15D8330F1F7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442309" y="2269763"/>
            <a:ext cx="1269190" cy="1269190"/>
          </a:xfrm>
          <a:prstGeom prst="arc">
            <a:avLst>
              <a:gd name="adj1" fmla="val 16200000"/>
              <a:gd name="adj2" fmla="val 7873319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chemeClr val="tx1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EE905A64-E16A-360D-D9B9-01DADCD6FEC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571585" y="2609036"/>
            <a:ext cx="1010638" cy="61014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2A4709B7-AEF9-3384-236D-2687210D4A3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944473" y="4008416"/>
            <a:ext cx="2264864" cy="612987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6FBD3968-FABA-F405-A8DD-5F750F5E0A2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8944473" y="4981404"/>
            <a:ext cx="2264864" cy="12923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90381C-FE53-E95C-05B7-0539A6C0000C}"/>
              </a:ext>
            </a:extLst>
          </p:cNvPr>
          <p:cNvSpPr/>
          <p:nvPr userDrawn="1"/>
        </p:nvSpPr>
        <p:spPr>
          <a:xfrm>
            <a:off x="0" y="6273800"/>
            <a:ext cx="12192000" cy="5842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831600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Chart C44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152D7932-D56E-1D42-DC6F-A66A68AB2585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662" y="584200"/>
            <a:ext cx="10226675" cy="1325563"/>
          </a:xfrm>
        </p:spPr>
        <p:txBody>
          <a:bodyPr vert="horz" lIns="91440" tIns="45720" rIns="91440" bIns="45720" rtlCol="0" anchor="t">
            <a:noAutofit/>
          </a:bodyPr>
          <a:lstStyle>
            <a:lvl1pPr algn="ctr"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68AD303-B665-9A3B-C70C-1ECF9E7F144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23551" y="2075369"/>
            <a:ext cx="4381817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EC4C7562-D6F5-2BEF-1529-F57822CF673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20137" y="3048354"/>
            <a:ext cx="4381817" cy="3225445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7" name="Chart Placeholder 26">
            <a:extLst>
              <a:ext uri="{FF2B5EF4-FFF2-40B4-BE49-F238E27FC236}">
                <a16:creationId xmlns:a16="http://schemas.microsoft.com/office/drawing/2014/main" id="{6104ED45-6F4E-1D7F-AEE0-1E8D4C1CB1A7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982663" y="2074863"/>
            <a:ext cx="4465638" cy="419893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GB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265134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Chart C44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52D7932-D56E-1D42-DC6F-A66A68AB2585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662" y="584200"/>
            <a:ext cx="10226675" cy="1325563"/>
          </a:xfrm>
        </p:spPr>
        <p:txBody>
          <a:bodyPr vert="horz" lIns="91440" tIns="45720" rIns="91440" bIns="45720" rtlCol="0" anchor="t">
            <a:noAutofit/>
          </a:bodyPr>
          <a:lstStyle>
            <a:lvl1pPr algn="ctr"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68AD303-B665-9A3B-C70C-1ECF9E7F144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86076" y="2075369"/>
            <a:ext cx="4381817" cy="6129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EC4C7562-D6F5-2BEF-1529-F57822CF673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82662" y="3048354"/>
            <a:ext cx="4381817" cy="3225445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7" name="Chart Placeholder 26">
            <a:extLst>
              <a:ext uri="{FF2B5EF4-FFF2-40B4-BE49-F238E27FC236}">
                <a16:creationId xmlns:a16="http://schemas.microsoft.com/office/drawing/2014/main" id="{6104ED45-6F4E-1D7F-AEE0-1E8D4C1CB1A7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6740286" y="2074863"/>
            <a:ext cx="4465638" cy="419893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GB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4747908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I60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662" y="584201"/>
            <a:ext cx="10226675" cy="781058"/>
          </a:xfrm>
        </p:spPr>
        <p:txBody>
          <a:bodyPr vert="horz" lIns="91440" tIns="45720" rIns="91440" bIns="45720" rtlCol="0" anchor="t">
            <a:noAutofit/>
          </a:bodyPr>
          <a:lstStyle>
            <a:lvl1pPr algn="ctr"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9E5EEC-A817-4F7C-1658-5B81533A0F4D}"/>
              </a:ext>
            </a:extLst>
          </p:cNvPr>
          <p:cNvSpPr/>
          <p:nvPr userDrawn="1"/>
        </p:nvSpPr>
        <p:spPr>
          <a:xfrm>
            <a:off x="0" y="4097868"/>
            <a:ext cx="12191999" cy="276013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61C2C9-4D10-ED6D-CCC2-1E9F1FDD2A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0790" y="4395893"/>
            <a:ext cx="3173490" cy="423333"/>
          </a:xfrm>
          <a:noFill/>
        </p:spPr>
        <p:txBody>
          <a:bodyPr wrap="none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8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Master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73D6B2A-4BEB-40DA-D4B7-5D6711B95B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7376" y="5179227"/>
            <a:ext cx="3173490" cy="109457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0" name="Arrow: Notched Right 9">
            <a:extLst>
              <a:ext uri="{FF2B5EF4-FFF2-40B4-BE49-F238E27FC236}">
                <a16:creationId xmlns:a16="http://schemas.microsoft.com/office/drawing/2014/main" id="{D18AC383-0A43-450E-4BB3-622B98CCEEA9}"/>
              </a:ext>
            </a:extLst>
          </p:cNvPr>
          <p:cNvSpPr/>
          <p:nvPr userDrawn="1"/>
        </p:nvSpPr>
        <p:spPr>
          <a:xfrm>
            <a:off x="587376" y="3847253"/>
            <a:ext cx="11459737" cy="480906"/>
          </a:xfrm>
          <a:prstGeom prst="notched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CC23EF0-CCB9-7631-5893-173C23662E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4690" y="3484167"/>
            <a:ext cx="2539787" cy="423333"/>
          </a:xfrm>
          <a:noFill/>
        </p:spPr>
        <p:txBody>
          <a:bodyPr wrap="none" rtlCol="0" anchor="ctr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en-US" sz="17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Milestone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6D05B911-6FF2-6C6D-1B31-D7875290D3F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7834" y="4040292"/>
            <a:ext cx="94828" cy="94828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E88EB121-505C-A5CB-4EDD-638357D3F8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5806" y="3397210"/>
            <a:ext cx="58884" cy="679790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355C327-1EAD-122E-76FB-A306501730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10962" y="1495926"/>
            <a:ext cx="3173490" cy="423333"/>
          </a:xfrm>
          <a:noFill/>
        </p:spPr>
        <p:txBody>
          <a:bodyPr wrap="none" rtlCol="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en-US" sz="18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Master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8BD62B8-5615-EDE2-EEEF-3269AFB984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507548" y="2279260"/>
            <a:ext cx="3173490" cy="1094573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2196229-9474-38A4-195D-16EF25CFDFC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84862" y="4267368"/>
            <a:ext cx="2539787" cy="423333"/>
          </a:xfrm>
          <a:noFill/>
        </p:spPr>
        <p:txBody>
          <a:bodyPr wrap="none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7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Milestone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FBC3734A-9014-E02E-D881-452851CE209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08006" y="4040292"/>
            <a:ext cx="94828" cy="94828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15" name="Text Placeholder 37">
            <a:extLst>
              <a:ext uri="{FF2B5EF4-FFF2-40B4-BE49-F238E27FC236}">
                <a16:creationId xmlns:a16="http://schemas.microsoft.com/office/drawing/2014/main" id="{1DF941D1-0EFC-0B05-819B-85FD2BB7AD1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 flipV="1">
            <a:off x="4825978" y="4084784"/>
            <a:ext cx="58884" cy="679790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92E5B2CA-EAA5-5994-683F-5D58C6E2FD1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431134" y="4395893"/>
            <a:ext cx="3173490" cy="423333"/>
          </a:xfrm>
          <a:noFill/>
        </p:spPr>
        <p:txBody>
          <a:bodyPr wrap="none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8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Master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6CDC4B5-6750-3FF7-B619-C13BDE1822F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27720" y="5179227"/>
            <a:ext cx="3173490" cy="109457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29970677-3370-4011-8DDF-AA7FB9DC18B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05034" y="3484167"/>
            <a:ext cx="2539787" cy="423333"/>
          </a:xfrm>
          <a:noFill/>
        </p:spPr>
        <p:txBody>
          <a:bodyPr wrap="none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7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Milestone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429CAD44-6F2E-06C7-7AAA-C96264677B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28178" y="4040292"/>
            <a:ext cx="94828" cy="94828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20" name="Text Placeholder 37">
            <a:extLst>
              <a:ext uri="{FF2B5EF4-FFF2-40B4-BE49-F238E27FC236}">
                <a16:creationId xmlns:a16="http://schemas.microsoft.com/office/drawing/2014/main" id="{9A8A885D-2E30-A95C-053D-F6355B5A719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746150" y="3397210"/>
            <a:ext cx="58884" cy="679790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384939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I60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662" y="584201"/>
            <a:ext cx="10226675" cy="781058"/>
          </a:xfrm>
        </p:spPr>
        <p:txBody>
          <a:bodyPr vert="horz" lIns="91440" tIns="45720" rIns="91440" bIns="45720" rtlCol="0" anchor="t">
            <a:noAutofit/>
          </a:bodyPr>
          <a:lstStyle>
            <a:lvl1pPr algn="ctr"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9E5EEC-A817-4F7C-1658-5B81533A0F4D}"/>
              </a:ext>
            </a:extLst>
          </p:cNvPr>
          <p:cNvSpPr/>
          <p:nvPr userDrawn="1"/>
        </p:nvSpPr>
        <p:spPr>
          <a:xfrm>
            <a:off x="0" y="4097868"/>
            <a:ext cx="12191999" cy="276013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61C2C9-4D10-ED6D-CCC2-1E9F1FDD2A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0790" y="4395893"/>
            <a:ext cx="2638185" cy="42333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73D6B2A-4BEB-40DA-D4B7-5D6711B95B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7376" y="5179227"/>
            <a:ext cx="2638185" cy="109457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0" name="Arrow: Notched Right 9">
            <a:extLst>
              <a:ext uri="{FF2B5EF4-FFF2-40B4-BE49-F238E27FC236}">
                <a16:creationId xmlns:a16="http://schemas.microsoft.com/office/drawing/2014/main" id="{D18AC383-0A43-450E-4BB3-622B98CCEEA9}"/>
              </a:ext>
            </a:extLst>
          </p:cNvPr>
          <p:cNvSpPr/>
          <p:nvPr userDrawn="1"/>
        </p:nvSpPr>
        <p:spPr>
          <a:xfrm>
            <a:off x="587376" y="3847253"/>
            <a:ext cx="11459737" cy="480906"/>
          </a:xfrm>
          <a:prstGeom prst="notched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CC23EF0-CCB9-7631-5893-173C23662E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4690" y="3484167"/>
            <a:ext cx="2111375" cy="423333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6D05B911-6FF2-6C6D-1B31-D7875290D3F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7834" y="4040292"/>
            <a:ext cx="94828" cy="94828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E88EB121-505C-A5CB-4EDD-638357D3F8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5806" y="3397210"/>
            <a:ext cx="58884" cy="679790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5F1CF3D7-D6F0-00E0-514C-BE0D7B4F1BB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81885" y="1725260"/>
            <a:ext cx="2638185" cy="42333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EE110014-5113-3EAB-EA0C-2C4A0D26AC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8471" y="2508594"/>
            <a:ext cx="2638185" cy="109457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B0B2218D-7892-865A-9269-8F7CB77EF6E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55785" y="4261634"/>
            <a:ext cx="2111375" cy="42333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9826A137-9EE9-DBF7-02EF-10A8F53142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78929" y="4040292"/>
            <a:ext cx="94828" cy="94828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818098BA-EDF5-70C1-9DDB-2D872F98829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 flipV="1">
            <a:off x="3696901" y="4081587"/>
            <a:ext cx="58884" cy="679790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963E044A-0854-3254-F81C-5F8453A186C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72980" y="4395893"/>
            <a:ext cx="2638185" cy="42333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F4A60265-606F-B99A-2B16-D7324BEBA72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169566" y="5179227"/>
            <a:ext cx="2638185" cy="109457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98828D7D-0668-CA35-2CAD-FC717E71C5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46880" y="3484167"/>
            <a:ext cx="2111375" cy="423333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FFECE995-3701-5C12-9D8F-4DA73E1B018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0024" y="4040292"/>
            <a:ext cx="94828" cy="94828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6E0E5E27-916F-613B-634E-E166366FB3A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87996" y="3397210"/>
            <a:ext cx="58884" cy="679790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DCE45788-7A79-F6B2-443A-427BE234AC1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964075" y="1725260"/>
            <a:ext cx="2638185" cy="42333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42F4A986-934A-4734-9712-8262BC7D9CF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960661" y="2508594"/>
            <a:ext cx="2638185" cy="109457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1" name="Text Placeholder 7">
            <a:extLst>
              <a:ext uri="{FF2B5EF4-FFF2-40B4-BE49-F238E27FC236}">
                <a16:creationId xmlns:a16="http://schemas.microsoft.com/office/drawing/2014/main" id="{186262C1-71EC-CE23-F6A4-6036450E58A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37975" y="4261634"/>
            <a:ext cx="2111375" cy="42333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52" name="Text Placeholder 7">
            <a:extLst>
              <a:ext uri="{FF2B5EF4-FFF2-40B4-BE49-F238E27FC236}">
                <a16:creationId xmlns:a16="http://schemas.microsoft.com/office/drawing/2014/main" id="{7F63AFE5-E418-F825-AB60-FCBBDB2D441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261119" y="4040292"/>
            <a:ext cx="94828" cy="94828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6E063F6E-E364-ACD3-D3E6-DAF57028DFE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 flipV="1">
            <a:off x="9279091" y="4081587"/>
            <a:ext cx="58884" cy="679790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711928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I60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662" y="584201"/>
            <a:ext cx="10226675" cy="781058"/>
          </a:xfrm>
        </p:spPr>
        <p:txBody>
          <a:bodyPr vert="horz" lIns="91440" tIns="45720" rIns="91440" bIns="45720" rtlCol="0" anchor="t">
            <a:noAutofit/>
          </a:bodyPr>
          <a:lstStyle>
            <a:lvl1pPr algn="ctr"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9E5EEC-A817-4F7C-1658-5B81533A0F4D}"/>
              </a:ext>
            </a:extLst>
          </p:cNvPr>
          <p:cNvSpPr/>
          <p:nvPr userDrawn="1"/>
        </p:nvSpPr>
        <p:spPr>
          <a:xfrm>
            <a:off x="0" y="4084320"/>
            <a:ext cx="12191999" cy="277368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61C2C9-4D10-ED6D-CCC2-1E9F1FDD2A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0791" y="4395893"/>
            <a:ext cx="2067502" cy="42333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73D6B2A-4BEB-40DA-D4B7-5D6711B95B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7377" y="5179227"/>
            <a:ext cx="2067502" cy="109457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0" name="Arrow: Notched Right 9">
            <a:extLst>
              <a:ext uri="{FF2B5EF4-FFF2-40B4-BE49-F238E27FC236}">
                <a16:creationId xmlns:a16="http://schemas.microsoft.com/office/drawing/2014/main" id="{D18AC383-0A43-450E-4BB3-622B98CCEEA9}"/>
              </a:ext>
            </a:extLst>
          </p:cNvPr>
          <p:cNvSpPr/>
          <p:nvPr userDrawn="1"/>
        </p:nvSpPr>
        <p:spPr>
          <a:xfrm>
            <a:off x="587376" y="3847253"/>
            <a:ext cx="11459737" cy="480906"/>
          </a:xfrm>
          <a:prstGeom prst="notched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CC23EF0-CCB9-7631-5893-173C23662E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4691" y="3484167"/>
            <a:ext cx="1690188" cy="42333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6D05B911-6FF2-6C6D-1B31-D7875290D3F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7834" y="4040292"/>
            <a:ext cx="94828" cy="94828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E88EB121-505C-A5CB-4EDD-638357D3F8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5806" y="3397210"/>
            <a:ext cx="58884" cy="679790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A55D6897-9E6A-5267-8A17-FAC640C0596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23473" y="1728013"/>
            <a:ext cx="2067502" cy="42333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27078301-377D-286F-9067-CC583F744A9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820059" y="2511347"/>
            <a:ext cx="2067502" cy="109457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F1119639-B6DC-E663-01C8-EB8BAAD734F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97373" y="4258742"/>
            <a:ext cx="1690188" cy="42333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7B6D9838-D931-E9B0-922A-4986920FA2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20516" y="4040292"/>
            <a:ext cx="94828" cy="94828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36" name="Text Placeholder 37">
            <a:extLst>
              <a:ext uri="{FF2B5EF4-FFF2-40B4-BE49-F238E27FC236}">
                <a16:creationId xmlns:a16="http://schemas.microsoft.com/office/drawing/2014/main" id="{6651D1C3-7761-EA47-F53A-83048BA81D1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 flipV="1">
            <a:off x="3138488" y="4091640"/>
            <a:ext cx="58884" cy="679790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4779163C-C8AA-E3FC-B7FD-99A42B2B556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056155" y="4395893"/>
            <a:ext cx="2067502" cy="42333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1B05E230-3912-FE5D-61FE-AC465718E88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052741" y="5179227"/>
            <a:ext cx="2067502" cy="109457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19BACF2C-F4F1-F4B1-5D76-004E6CCC4E0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30055" y="3484167"/>
            <a:ext cx="1690188" cy="42333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3FBC3B0F-F4A8-4DC4-DDD4-D3A36E8A61A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53198" y="4040292"/>
            <a:ext cx="94828" cy="94828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57" name="Text Placeholder 37">
            <a:extLst>
              <a:ext uri="{FF2B5EF4-FFF2-40B4-BE49-F238E27FC236}">
                <a16:creationId xmlns:a16="http://schemas.microsoft.com/office/drawing/2014/main" id="{31D447B7-1395-9D9A-208D-384C08F1626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1170" y="3397210"/>
            <a:ext cx="58884" cy="679790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1D07862A-5B23-0044-8CE4-F6A221EBF32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288837" y="1728013"/>
            <a:ext cx="2067502" cy="42333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D6B6CB30-262C-6187-0C1C-55421AF8048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285423" y="2511347"/>
            <a:ext cx="2067502" cy="109457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5ABC58D2-B87D-BB4A-29CF-B645D14BCA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62737" y="4258742"/>
            <a:ext cx="1690188" cy="42333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A271CCA1-C861-BA92-26BB-08558D1EAC2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585880" y="4040292"/>
            <a:ext cx="94828" cy="94828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62" name="Text Placeholder 37">
            <a:extLst>
              <a:ext uri="{FF2B5EF4-FFF2-40B4-BE49-F238E27FC236}">
                <a16:creationId xmlns:a16="http://schemas.microsoft.com/office/drawing/2014/main" id="{0C049EBE-43F7-79A8-2065-6B384929434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 flipV="1">
            <a:off x="7603852" y="4091640"/>
            <a:ext cx="58884" cy="679790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492CC3B8-8A0F-A348-FB3D-D7976550BFE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521518" y="4395893"/>
            <a:ext cx="2067502" cy="42333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738882A6-C5D0-0373-B0FA-BF7FBE82E7B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8104" y="5179227"/>
            <a:ext cx="2067502" cy="109457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60BA9DE5-F5A7-2467-7A00-F6CC4607A5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895418" y="3484167"/>
            <a:ext cx="1690188" cy="42333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66" name="Text Placeholder 7">
            <a:extLst>
              <a:ext uri="{FF2B5EF4-FFF2-40B4-BE49-F238E27FC236}">
                <a16:creationId xmlns:a16="http://schemas.microsoft.com/office/drawing/2014/main" id="{816103EB-5462-E08B-3F12-901D5DBC67A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818561" y="4040292"/>
            <a:ext cx="94828" cy="94828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67" name="Text Placeholder 37">
            <a:extLst>
              <a:ext uri="{FF2B5EF4-FFF2-40B4-BE49-F238E27FC236}">
                <a16:creationId xmlns:a16="http://schemas.microsoft.com/office/drawing/2014/main" id="{78FDAA65-DF4D-6014-10F6-2D71C8D2CFA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36533" y="3397210"/>
            <a:ext cx="58884" cy="679790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647889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I60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662" y="584201"/>
            <a:ext cx="10226675" cy="781058"/>
          </a:xfrm>
        </p:spPr>
        <p:txBody>
          <a:bodyPr vert="horz" lIns="91440" tIns="45720" rIns="91440" bIns="45720" rtlCol="0" anchor="t">
            <a:noAutofit/>
          </a:bodyPr>
          <a:lstStyle>
            <a:lvl1pPr algn="ctr"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9E5EEC-A817-4F7C-1658-5B81533A0F4D}"/>
              </a:ext>
            </a:extLst>
          </p:cNvPr>
          <p:cNvSpPr/>
          <p:nvPr userDrawn="1"/>
        </p:nvSpPr>
        <p:spPr>
          <a:xfrm>
            <a:off x="0" y="4084320"/>
            <a:ext cx="12191999" cy="277368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61C2C9-4D10-ED6D-CCC2-1E9F1FDD2A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0791" y="4395893"/>
            <a:ext cx="1641803" cy="42333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73D6B2A-4BEB-40DA-D4B7-5D6711B95B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7377" y="5179227"/>
            <a:ext cx="1641803" cy="109457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0" name="Arrow: Notched Right 9">
            <a:extLst>
              <a:ext uri="{FF2B5EF4-FFF2-40B4-BE49-F238E27FC236}">
                <a16:creationId xmlns:a16="http://schemas.microsoft.com/office/drawing/2014/main" id="{D18AC383-0A43-450E-4BB3-622B98CCEEA9}"/>
              </a:ext>
            </a:extLst>
          </p:cNvPr>
          <p:cNvSpPr/>
          <p:nvPr userDrawn="1"/>
        </p:nvSpPr>
        <p:spPr>
          <a:xfrm>
            <a:off x="587376" y="3847253"/>
            <a:ext cx="11459737" cy="480906"/>
          </a:xfrm>
          <a:prstGeom prst="notched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CC23EF0-CCB9-7631-5893-173C23662E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4691" y="3484167"/>
            <a:ext cx="1264489" cy="42333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6D05B911-6FF2-6C6D-1B31-D7875290D3F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7834" y="4040292"/>
            <a:ext cx="94828" cy="94828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E88EB121-505C-A5CB-4EDD-638357D3F8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5806" y="3397210"/>
            <a:ext cx="58884" cy="679790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9CFBDD5-870E-35DD-FD5F-F0172492FC7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465197" y="1724695"/>
            <a:ext cx="1641803" cy="42333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7F40198-E11D-B174-C28B-92661D7F204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461783" y="2508029"/>
            <a:ext cx="1641803" cy="109457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B0960D7-7983-2595-ABE5-F1787E459D0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839097" y="4260963"/>
            <a:ext cx="1264489" cy="42333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6802E5F-A852-2D2D-3C93-8898C766613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62240" y="4040292"/>
            <a:ext cx="94828" cy="94828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15" name="Text Placeholder 37">
            <a:extLst>
              <a:ext uri="{FF2B5EF4-FFF2-40B4-BE49-F238E27FC236}">
                <a16:creationId xmlns:a16="http://schemas.microsoft.com/office/drawing/2014/main" id="{B4D97054-802D-1200-213D-9DEAABEABCB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 flipV="1">
            <a:off x="2780212" y="4084320"/>
            <a:ext cx="58884" cy="679790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5F9A464E-36BA-78EC-8B82-85BECF9499F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339603" y="4395893"/>
            <a:ext cx="1641803" cy="42333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F985471C-71E7-2A9F-2CD2-D18A4DEE6A3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336189" y="5179227"/>
            <a:ext cx="1641803" cy="109457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7554BCB0-8A73-8A6A-22F3-ECF35C003B9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13503" y="3484167"/>
            <a:ext cx="1264489" cy="42333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EEEBB83A-0700-B6B7-31D6-CEA5E0D0CB1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36646" y="4040292"/>
            <a:ext cx="94828" cy="94828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20" name="Text Placeholder 37">
            <a:extLst>
              <a:ext uri="{FF2B5EF4-FFF2-40B4-BE49-F238E27FC236}">
                <a16:creationId xmlns:a16="http://schemas.microsoft.com/office/drawing/2014/main" id="{2E90BF91-7380-94AC-1FA5-1A514AB0E64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654618" y="3397210"/>
            <a:ext cx="58884" cy="679790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C08780A0-29AE-20CD-D5E3-AC2B3983C83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14009" y="1724695"/>
            <a:ext cx="1641803" cy="42333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C716A020-77F8-3D14-2A31-111EBFA4018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10595" y="2508029"/>
            <a:ext cx="1641803" cy="109457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7FD8A23C-16BF-F5F8-3277-D9B61DDDEB9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587909" y="4260963"/>
            <a:ext cx="1264489" cy="42333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64045693-C54C-3603-BA5A-618CF3E395B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511052" y="4040292"/>
            <a:ext cx="94828" cy="94828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25" name="Text Placeholder 37">
            <a:extLst>
              <a:ext uri="{FF2B5EF4-FFF2-40B4-BE49-F238E27FC236}">
                <a16:creationId xmlns:a16="http://schemas.microsoft.com/office/drawing/2014/main" id="{76271585-EBA3-B68B-5DFA-84AF64DF05A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 flipV="1">
            <a:off x="6529024" y="4084320"/>
            <a:ext cx="58884" cy="679790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E8DA0FA2-810D-B25A-CCB8-F3362879CDE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088415" y="4395893"/>
            <a:ext cx="1641803" cy="42333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20C57CB0-2E73-96C0-3605-3E1BBA28770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085001" y="5179227"/>
            <a:ext cx="1641803" cy="109457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A5095775-CE62-DB6E-5643-B992A8FA296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462315" y="3484167"/>
            <a:ext cx="1264489" cy="42333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15C26498-5BE4-49C6-BDC7-99EBFBD07B1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385458" y="4040292"/>
            <a:ext cx="94828" cy="94828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30" name="Text Placeholder 37">
            <a:extLst>
              <a:ext uri="{FF2B5EF4-FFF2-40B4-BE49-F238E27FC236}">
                <a16:creationId xmlns:a16="http://schemas.microsoft.com/office/drawing/2014/main" id="{7C20FD34-F46F-2B5D-8F3B-9DC5FC6EE0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403430" y="3397210"/>
            <a:ext cx="58884" cy="679790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4E0BB22D-6F32-DD2D-2A63-BE6F78B6D00C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962820" y="1724695"/>
            <a:ext cx="1641803" cy="42333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C19ECCD6-6ED2-5B15-447C-B61314E7CDF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959406" y="2508029"/>
            <a:ext cx="1641803" cy="109457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84B770A8-3D75-33D9-16C2-589947A472A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336720" y="4260963"/>
            <a:ext cx="1264489" cy="42333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D0352AB3-0347-7528-CA9B-290CF11177C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259863" y="4040292"/>
            <a:ext cx="94828" cy="94828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43" name="Text Placeholder 37">
            <a:extLst>
              <a:ext uri="{FF2B5EF4-FFF2-40B4-BE49-F238E27FC236}">
                <a16:creationId xmlns:a16="http://schemas.microsoft.com/office/drawing/2014/main" id="{4A008D60-1662-3363-B6D3-7CDB9E916FA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 flipV="1">
            <a:off x="10277835" y="4084320"/>
            <a:ext cx="58884" cy="679790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8871062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I60V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DB6E1DFE-554F-BFF5-D289-BA288E4B94A4}"/>
              </a:ext>
            </a:extLst>
          </p:cNvPr>
          <p:cNvSpPr/>
          <p:nvPr userDrawn="1"/>
        </p:nvSpPr>
        <p:spPr>
          <a:xfrm>
            <a:off x="0" y="6273004"/>
            <a:ext cx="12191999" cy="584993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C5D200E-ACDD-ED09-8864-C19DF2DF0131}"/>
              </a:ext>
            </a:extLst>
          </p:cNvPr>
          <p:cNvGrpSpPr/>
          <p:nvPr userDrawn="1"/>
        </p:nvGrpSpPr>
        <p:grpSpPr>
          <a:xfrm>
            <a:off x="4134283" y="3165226"/>
            <a:ext cx="3923434" cy="1307812"/>
            <a:chOff x="4134283" y="2771991"/>
            <a:chExt cx="3923434" cy="130781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F55A1E4-0A7D-61F7-DF47-1F2DCB838D87}"/>
                </a:ext>
              </a:extLst>
            </p:cNvPr>
            <p:cNvGrpSpPr/>
            <p:nvPr userDrawn="1"/>
          </p:nvGrpSpPr>
          <p:grpSpPr>
            <a:xfrm>
              <a:off x="4134283" y="2771991"/>
              <a:ext cx="3923434" cy="1307812"/>
              <a:chOff x="4134283" y="2768888"/>
              <a:chExt cx="3923434" cy="1307812"/>
            </a:xfrm>
          </p:grpSpPr>
          <p:sp>
            <p:nvSpPr>
              <p:cNvPr id="23" name="Arc 47">
                <a:extLst>
                  <a:ext uri="{FF2B5EF4-FFF2-40B4-BE49-F238E27FC236}">
                    <a16:creationId xmlns:a16="http://schemas.microsoft.com/office/drawing/2014/main" id="{239D014E-939D-FD36-06DF-8D3773228C9E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Arc 48">
                <a:extLst>
                  <a:ext uri="{FF2B5EF4-FFF2-40B4-BE49-F238E27FC236}">
                    <a16:creationId xmlns:a16="http://schemas.microsoft.com/office/drawing/2014/main" id="{654F355E-77E8-017D-8B3E-B9D81D5DEA1A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Arc 49">
                <a:extLst>
                  <a:ext uri="{FF2B5EF4-FFF2-40B4-BE49-F238E27FC236}">
                    <a16:creationId xmlns:a16="http://schemas.microsoft.com/office/drawing/2014/main" id="{86EFA4FB-592D-87A7-95CF-5ED4421DA8C1}"/>
                  </a:ext>
                </a:extLst>
              </p:cNvPr>
              <p:cNvSpPr/>
              <p:nvPr userDrawn="1"/>
            </p:nvSpPr>
            <p:spPr>
              <a:xfrm>
                <a:off x="6749906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A3F3CCF-9B62-1DE3-3444-3B8B2FCDD604}"/>
                </a:ext>
              </a:extLst>
            </p:cNvPr>
            <p:cNvGrpSpPr/>
            <p:nvPr userDrawn="1"/>
          </p:nvGrpSpPr>
          <p:grpSpPr>
            <a:xfrm>
              <a:off x="4134283" y="2771991"/>
              <a:ext cx="3923434" cy="1307812"/>
              <a:chOff x="4134283" y="2775094"/>
              <a:chExt cx="3923434" cy="1307812"/>
            </a:xfrm>
          </p:grpSpPr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C036C405-9275-2F84-831C-82012562750B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>
                <a:tailEnd type="stealth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Arc 20">
                <a:extLst>
                  <a:ext uri="{FF2B5EF4-FFF2-40B4-BE49-F238E27FC236}">
                    <a16:creationId xmlns:a16="http://schemas.microsoft.com/office/drawing/2014/main" id="{6ACAF944-1570-81A0-5432-F16C209A0D8D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>
                <a:tailEnd type="stealth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AE4C73F8-72F1-6DC7-8E7F-402C319DCDB4}"/>
                  </a:ext>
                </a:extLst>
              </p:cNvPr>
              <p:cNvSpPr/>
              <p:nvPr userDrawn="1"/>
            </p:nvSpPr>
            <p:spPr>
              <a:xfrm>
                <a:off x="6749906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>
                <a:tailEnd type="stealth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662" y="584201"/>
            <a:ext cx="10226675" cy="781058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61C2C9-4D10-ED6D-CCC2-1E9F1FDD2A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5" y="1758817"/>
            <a:ext cx="3495914" cy="423333"/>
          </a:xfrm>
          <a:noFill/>
        </p:spPr>
        <p:txBody>
          <a:bodyPr wrap="square" rtlCol="0" anchor="t">
            <a:noAutofit/>
          </a:bodyPr>
          <a:lstStyle>
            <a:lvl1pPr marL="0" indent="0" algn="r">
              <a:buNone/>
              <a:defRPr lang="en-US" sz="18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Master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73D6B2A-4BEB-40DA-D4B7-5D6711B95B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7375" y="2542151"/>
            <a:ext cx="3495914" cy="882907"/>
          </a:xfrm>
        </p:spPr>
        <p:txBody>
          <a:bodyPr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CC23EF0-CCB9-7631-5893-173C23662E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52889" y="3657132"/>
            <a:ext cx="1260000" cy="324000"/>
          </a:xfrm>
          <a:noFill/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US" sz="17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Milestone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355C327-1EAD-122E-76FB-A306501730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348043" y="4607559"/>
            <a:ext cx="3495914" cy="423333"/>
          </a:xfrm>
          <a:noFill/>
        </p:spPr>
        <p:txBody>
          <a:bodyPr wrap="square" rtlCol="0" anchor="t">
            <a:noAutofit/>
          </a:bodyPr>
          <a:lstStyle>
            <a:lvl1pPr marL="0" indent="0" algn="ctr">
              <a:buNone/>
              <a:defRPr lang="en-US" sz="18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Master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8BD62B8-5615-EDE2-EEEF-3269AFB984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44629" y="5390893"/>
            <a:ext cx="3495914" cy="88290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2196229-9474-38A4-195D-16EF25CFDFC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61757" y="3657132"/>
            <a:ext cx="1260000" cy="324000"/>
          </a:xfrm>
          <a:noFill/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US" sz="17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Milestone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92E5B2CA-EAA5-5994-683F-5D58C6E2FD1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108710" y="1762759"/>
            <a:ext cx="3495914" cy="423333"/>
          </a:xfrm>
          <a:noFill/>
        </p:spPr>
        <p:txBody>
          <a:bodyPr wrap="square" rtlCol="0" anchor="t">
            <a:noAutofit/>
          </a:bodyPr>
          <a:lstStyle>
            <a:lvl1pPr marL="0" indent="0">
              <a:buNone/>
              <a:defRPr lang="en-US" sz="18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Master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6CDC4B5-6750-3FF7-B619-C13BDE1822F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108710" y="2546093"/>
            <a:ext cx="3495914" cy="882907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29970677-3370-4011-8DDF-AA7FB9DC18B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770625" y="3657132"/>
            <a:ext cx="1260000" cy="324000"/>
          </a:xfrm>
          <a:noFill/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US" sz="17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Milestone</a:t>
            </a:r>
          </a:p>
        </p:txBody>
      </p:sp>
    </p:spTree>
    <p:extLst>
      <p:ext uri="{BB962C8B-B14F-4D97-AF65-F5344CB8AC3E}">
        <p14:creationId xmlns:p14="http://schemas.microsoft.com/office/powerpoint/2010/main" val="422313634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I60V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BD1F188-4061-CB4B-00D1-ABF856B21BAB}"/>
              </a:ext>
            </a:extLst>
          </p:cNvPr>
          <p:cNvGrpSpPr/>
          <p:nvPr userDrawn="1"/>
        </p:nvGrpSpPr>
        <p:grpSpPr>
          <a:xfrm>
            <a:off x="3485750" y="3165226"/>
            <a:ext cx="5231244" cy="1307812"/>
            <a:chOff x="4134283" y="3357980"/>
            <a:chExt cx="5231244" cy="130781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81F1B17-071A-DFEF-C4B7-650ABC8F88F0}"/>
                </a:ext>
              </a:extLst>
            </p:cNvPr>
            <p:cNvGrpSpPr/>
            <p:nvPr userDrawn="1"/>
          </p:nvGrpSpPr>
          <p:grpSpPr>
            <a:xfrm>
              <a:off x="6749905" y="3357980"/>
              <a:ext cx="2615622" cy="1307812"/>
              <a:chOff x="4134283" y="2768888"/>
              <a:chExt cx="2615622" cy="1307812"/>
            </a:xfrm>
          </p:grpSpPr>
          <p:sp>
            <p:nvSpPr>
              <p:cNvPr id="21" name="Arc 47">
                <a:extLst>
                  <a:ext uri="{FF2B5EF4-FFF2-40B4-BE49-F238E27FC236}">
                    <a16:creationId xmlns:a16="http://schemas.microsoft.com/office/drawing/2014/main" id="{62AE3D14-CA88-B88C-083A-FB9EDC26CF66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Arc 48">
                <a:extLst>
                  <a:ext uri="{FF2B5EF4-FFF2-40B4-BE49-F238E27FC236}">
                    <a16:creationId xmlns:a16="http://schemas.microsoft.com/office/drawing/2014/main" id="{1C198DB0-8CA2-1A60-6ADA-E84FC85E0EBA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A371D17-6C5D-B19D-B2E8-BE5063B2C5E2}"/>
                </a:ext>
              </a:extLst>
            </p:cNvPr>
            <p:cNvGrpSpPr/>
            <p:nvPr userDrawn="1"/>
          </p:nvGrpSpPr>
          <p:grpSpPr>
            <a:xfrm>
              <a:off x="4134283" y="3357980"/>
              <a:ext cx="2615622" cy="1307812"/>
              <a:chOff x="4134283" y="2768888"/>
              <a:chExt cx="2615622" cy="1307812"/>
            </a:xfrm>
          </p:grpSpPr>
          <p:sp>
            <p:nvSpPr>
              <p:cNvPr id="19" name="Arc 47">
                <a:extLst>
                  <a:ext uri="{FF2B5EF4-FFF2-40B4-BE49-F238E27FC236}">
                    <a16:creationId xmlns:a16="http://schemas.microsoft.com/office/drawing/2014/main" id="{E97B1A77-13E9-076F-C9EC-8910BE6CA617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Arc 48">
                <a:extLst>
                  <a:ext uri="{FF2B5EF4-FFF2-40B4-BE49-F238E27FC236}">
                    <a16:creationId xmlns:a16="http://schemas.microsoft.com/office/drawing/2014/main" id="{580EFB7C-1AE1-9F5D-5909-EAC6951E0BB7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E1BD2ED-6C69-571D-A5A6-D86D46E106BA}"/>
                </a:ext>
              </a:extLst>
            </p:cNvPr>
            <p:cNvGrpSpPr/>
            <p:nvPr userDrawn="1"/>
          </p:nvGrpSpPr>
          <p:grpSpPr>
            <a:xfrm>
              <a:off x="4134283" y="3357980"/>
              <a:ext cx="2615622" cy="1307812"/>
              <a:chOff x="4134283" y="2775094"/>
              <a:chExt cx="2615622" cy="1307812"/>
            </a:xfrm>
          </p:grpSpPr>
          <p:sp>
            <p:nvSpPr>
              <p:cNvPr id="17" name="Arc 16">
                <a:extLst>
                  <a:ext uri="{FF2B5EF4-FFF2-40B4-BE49-F238E27FC236}">
                    <a16:creationId xmlns:a16="http://schemas.microsoft.com/office/drawing/2014/main" id="{38D6874D-0B7E-F11A-8FEB-EB13D1F9D469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Arc 17">
                <a:extLst>
                  <a:ext uri="{FF2B5EF4-FFF2-40B4-BE49-F238E27FC236}">
                    <a16:creationId xmlns:a16="http://schemas.microsoft.com/office/drawing/2014/main" id="{787D6E92-F139-0187-5027-354FBCD86E92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F292C11-4059-21AA-3BB0-D1228061B270}"/>
                </a:ext>
              </a:extLst>
            </p:cNvPr>
            <p:cNvGrpSpPr/>
            <p:nvPr userDrawn="1"/>
          </p:nvGrpSpPr>
          <p:grpSpPr>
            <a:xfrm>
              <a:off x="6749905" y="3357980"/>
              <a:ext cx="2615622" cy="1307812"/>
              <a:chOff x="4134283" y="2775094"/>
              <a:chExt cx="2615622" cy="1307812"/>
            </a:xfrm>
          </p:grpSpPr>
          <p:sp>
            <p:nvSpPr>
              <p:cNvPr id="15" name="Arc 14">
                <a:extLst>
                  <a:ext uri="{FF2B5EF4-FFF2-40B4-BE49-F238E27FC236}">
                    <a16:creationId xmlns:a16="http://schemas.microsoft.com/office/drawing/2014/main" id="{682FAAD4-6A94-7DCE-7476-C6026EADD3FB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Arc 15">
                <a:extLst>
                  <a:ext uri="{FF2B5EF4-FFF2-40B4-BE49-F238E27FC236}">
                    <a16:creationId xmlns:a16="http://schemas.microsoft.com/office/drawing/2014/main" id="{F2D17A48-42C4-2192-FB33-3448C1A4C947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662" y="584201"/>
            <a:ext cx="10226675" cy="781058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61C2C9-4D10-ED6D-CCC2-1E9F1FDD2A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0789" y="2967758"/>
            <a:ext cx="2638185" cy="423333"/>
          </a:xfrm>
          <a:noFill/>
        </p:spPr>
        <p:txBody>
          <a:bodyPr wrap="square" rtlCol="0" anchor="t">
            <a:noAutofit/>
          </a:bodyPr>
          <a:lstStyle>
            <a:lvl1pPr marL="0" indent="0" algn="r">
              <a:buNone/>
              <a:defRPr lang="en-US" sz="18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Master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73D6B2A-4BEB-40DA-D4B7-5D6711B95B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7375" y="3751093"/>
            <a:ext cx="2638185" cy="838094"/>
          </a:xfrm>
        </p:spPr>
        <p:txBody>
          <a:bodyPr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CC23EF0-CCB9-7631-5893-173C23662E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99555" y="3657132"/>
            <a:ext cx="1260000" cy="324000"/>
          </a:xfrm>
          <a:noFill/>
        </p:spPr>
        <p:txBody>
          <a:bodyPr wrap="square" rtlCol="0" anchor="ctr">
            <a:noAutofit/>
          </a:bodyPr>
          <a:lstStyle>
            <a:lvl1pPr marL="0" indent="0">
              <a:buNone/>
              <a:defRPr lang="en-US" sz="1700" b="1" dirty="0">
                <a:solidFill>
                  <a:schemeClr val="tx1"/>
                </a:solidFill>
              </a:defRPr>
            </a:lvl1pPr>
          </a:lstStyle>
          <a:p>
            <a:pPr marL="57150" lvl="0" indent="-285750" algn="ctr"/>
            <a:r>
              <a:rPr lang="en-US" dirty="0"/>
              <a:t>Milestone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5F1CF3D7-D6F0-00E0-514C-BE0D7B4F1BB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116706" y="4651576"/>
            <a:ext cx="2638185" cy="423333"/>
          </a:xfrm>
          <a:noFill/>
        </p:spPr>
        <p:txBody>
          <a:bodyPr wrap="square" rtlCol="0" anchor="t">
            <a:noAutofit/>
          </a:bodyPr>
          <a:lstStyle>
            <a:lvl1pPr marL="0" indent="0" algn="ctr">
              <a:buNone/>
              <a:defRPr lang="en-US" sz="18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Master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EE110014-5113-3EAB-EA0C-2C4A0D26AC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113292" y="5434911"/>
            <a:ext cx="2638185" cy="838094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B0B2218D-7892-865A-9269-8F7CB77EF6E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18701" y="3657132"/>
            <a:ext cx="1260000" cy="324000"/>
          </a:xfrm>
          <a:noFill/>
        </p:spPr>
        <p:txBody>
          <a:bodyPr wrap="square" rtlCol="0" anchor="ctr">
            <a:noAutofit/>
          </a:bodyPr>
          <a:lstStyle>
            <a:lvl1pPr marL="0" indent="0">
              <a:buNone/>
              <a:defRPr lang="en-US" sz="1700" b="1" dirty="0">
                <a:solidFill>
                  <a:schemeClr val="tx1"/>
                </a:solidFill>
              </a:defRPr>
            </a:lvl1pPr>
          </a:lstStyle>
          <a:p>
            <a:pPr marL="57150" lvl="0" indent="-285750" algn="ctr"/>
            <a:r>
              <a:rPr lang="en-US" dirty="0"/>
              <a:t>Milestone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963E044A-0854-3254-F81C-5F8453A186C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34571" y="1495031"/>
            <a:ext cx="2638185" cy="423333"/>
          </a:xfrm>
          <a:noFill/>
        </p:spPr>
        <p:txBody>
          <a:bodyPr wrap="square" rtlCol="0" anchor="t">
            <a:noAutofit/>
          </a:bodyPr>
          <a:lstStyle>
            <a:lvl1pPr marL="0" indent="0" algn="ctr">
              <a:buNone/>
              <a:defRPr lang="en-US" sz="18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Master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F4A60265-606F-B99A-2B16-D7324BEBA72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431157" y="2278366"/>
            <a:ext cx="2638185" cy="838094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98828D7D-0668-CA35-2CAD-FC717E71C5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37847" y="3657132"/>
            <a:ext cx="1260000" cy="324000"/>
          </a:xfrm>
          <a:noFill/>
        </p:spPr>
        <p:txBody>
          <a:bodyPr wrap="square" rtlCol="0" anchor="ctr">
            <a:noAutofit/>
          </a:bodyPr>
          <a:lstStyle>
            <a:lvl1pPr marL="0" indent="0">
              <a:buNone/>
              <a:defRPr lang="en-US" sz="1700" b="1" dirty="0">
                <a:solidFill>
                  <a:schemeClr val="tx1"/>
                </a:solidFill>
              </a:defRPr>
            </a:lvl1pPr>
          </a:lstStyle>
          <a:p>
            <a:pPr marL="57150" lvl="0" indent="-285750" algn="ctr"/>
            <a:r>
              <a:rPr lang="en-US" dirty="0"/>
              <a:t>Milestone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DCE45788-7A79-F6B2-443A-427BE234AC1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966440" y="2967758"/>
            <a:ext cx="2638185" cy="423333"/>
          </a:xfrm>
          <a:noFill/>
        </p:spPr>
        <p:txBody>
          <a:bodyPr wrap="square" rtlCol="0" anchor="t">
            <a:noAutofit/>
          </a:bodyPr>
          <a:lstStyle>
            <a:lvl1pPr marL="0" indent="0">
              <a:buNone/>
              <a:defRPr lang="en-US" sz="18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Master</a:t>
            </a: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42F4A986-934A-4734-9712-8262BC7D9CF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963026" y="3751093"/>
            <a:ext cx="2638185" cy="838094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1" name="Text Placeholder 7">
            <a:extLst>
              <a:ext uri="{FF2B5EF4-FFF2-40B4-BE49-F238E27FC236}">
                <a16:creationId xmlns:a16="http://schemas.microsoft.com/office/drawing/2014/main" id="{186262C1-71EC-CE23-F6A4-6036450E58A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456994" y="3657132"/>
            <a:ext cx="1260000" cy="324000"/>
          </a:xfrm>
          <a:noFill/>
        </p:spPr>
        <p:txBody>
          <a:bodyPr wrap="square" rtlCol="0" anchor="ctr">
            <a:noAutofit/>
          </a:bodyPr>
          <a:lstStyle>
            <a:lvl1pPr marL="0" indent="0">
              <a:buNone/>
              <a:defRPr lang="en-US" sz="1700" b="1" dirty="0">
                <a:solidFill>
                  <a:schemeClr val="tx1"/>
                </a:solidFill>
              </a:defRPr>
            </a:lvl1pPr>
          </a:lstStyle>
          <a:p>
            <a:pPr marL="57150" lvl="0" indent="-285750" algn="ctr"/>
            <a:r>
              <a:rPr lang="en-US" dirty="0"/>
              <a:t>Milestone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C5C974-FD8D-C29F-00F5-915EDA7E0E75}"/>
              </a:ext>
            </a:extLst>
          </p:cNvPr>
          <p:cNvSpPr/>
          <p:nvPr userDrawn="1"/>
        </p:nvSpPr>
        <p:spPr>
          <a:xfrm>
            <a:off x="0" y="6273004"/>
            <a:ext cx="12191999" cy="584993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628850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I60V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DC58569-A743-E665-D540-B481B64E8459}"/>
              </a:ext>
            </a:extLst>
          </p:cNvPr>
          <p:cNvGrpSpPr/>
          <p:nvPr userDrawn="1"/>
        </p:nvGrpSpPr>
        <p:grpSpPr>
          <a:xfrm>
            <a:off x="2827762" y="3165226"/>
            <a:ext cx="6539055" cy="1307812"/>
            <a:chOff x="3480378" y="3357980"/>
            <a:chExt cx="6539055" cy="1307812"/>
          </a:xfrm>
        </p:grpSpPr>
        <p:sp>
          <p:nvSpPr>
            <p:cNvPr id="12" name="Arc 47">
              <a:extLst>
                <a:ext uri="{FF2B5EF4-FFF2-40B4-BE49-F238E27FC236}">
                  <a16:creationId xmlns:a16="http://schemas.microsoft.com/office/drawing/2014/main" id="{1799DBCE-3CDD-CE06-DCD3-E33D796CFBF5}"/>
                </a:ext>
              </a:extLst>
            </p:cNvPr>
            <p:cNvSpPr/>
            <p:nvPr userDrawn="1"/>
          </p:nvSpPr>
          <p:spPr>
            <a:xfrm>
              <a:off x="8711622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3" name="Arc 47">
              <a:extLst>
                <a:ext uri="{FF2B5EF4-FFF2-40B4-BE49-F238E27FC236}">
                  <a16:creationId xmlns:a16="http://schemas.microsoft.com/office/drawing/2014/main" id="{D2BB6497-C9ED-231A-3D46-236A20D91547}"/>
                </a:ext>
              </a:extLst>
            </p:cNvPr>
            <p:cNvSpPr/>
            <p:nvPr userDrawn="1"/>
          </p:nvSpPr>
          <p:spPr>
            <a:xfrm>
              <a:off x="6096000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4" name="Arc 48">
              <a:extLst>
                <a:ext uri="{FF2B5EF4-FFF2-40B4-BE49-F238E27FC236}">
                  <a16:creationId xmlns:a16="http://schemas.microsoft.com/office/drawing/2014/main" id="{3B7F452B-F78D-F2B0-F33B-AC7925960C28}"/>
                </a:ext>
              </a:extLst>
            </p:cNvPr>
            <p:cNvSpPr/>
            <p:nvPr userDrawn="1"/>
          </p:nvSpPr>
          <p:spPr>
            <a:xfrm flipV="1">
              <a:off x="7403811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5" name="Arc 47">
              <a:extLst>
                <a:ext uri="{FF2B5EF4-FFF2-40B4-BE49-F238E27FC236}">
                  <a16:creationId xmlns:a16="http://schemas.microsoft.com/office/drawing/2014/main" id="{F3999495-48D8-5CE9-11CD-A667A50E615F}"/>
                </a:ext>
              </a:extLst>
            </p:cNvPr>
            <p:cNvSpPr/>
            <p:nvPr userDrawn="1"/>
          </p:nvSpPr>
          <p:spPr>
            <a:xfrm>
              <a:off x="3480378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6" name="Arc 48">
              <a:extLst>
                <a:ext uri="{FF2B5EF4-FFF2-40B4-BE49-F238E27FC236}">
                  <a16:creationId xmlns:a16="http://schemas.microsoft.com/office/drawing/2014/main" id="{63AC1403-57C4-36A3-F449-8E53AE126B46}"/>
                </a:ext>
              </a:extLst>
            </p:cNvPr>
            <p:cNvSpPr/>
            <p:nvPr userDrawn="1"/>
          </p:nvSpPr>
          <p:spPr>
            <a:xfrm flipV="1">
              <a:off x="4788189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33EC7DAF-3551-94E6-E084-19FAD06C1A03}"/>
                </a:ext>
              </a:extLst>
            </p:cNvPr>
            <p:cNvSpPr/>
            <p:nvPr userDrawn="1"/>
          </p:nvSpPr>
          <p:spPr>
            <a:xfrm>
              <a:off x="3480378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3E3B8828-CA10-E6AF-81C9-846A2AA7EC2A}"/>
                </a:ext>
              </a:extLst>
            </p:cNvPr>
            <p:cNvSpPr/>
            <p:nvPr userDrawn="1"/>
          </p:nvSpPr>
          <p:spPr>
            <a:xfrm flipV="1">
              <a:off x="4788189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2C78BF60-1F33-C76B-4C83-FB7F261873ED}"/>
                </a:ext>
              </a:extLst>
            </p:cNvPr>
            <p:cNvSpPr/>
            <p:nvPr userDrawn="1"/>
          </p:nvSpPr>
          <p:spPr>
            <a:xfrm>
              <a:off x="6096000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2E83B02A-572D-64E3-61A5-073ADE6A4934}"/>
                </a:ext>
              </a:extLst>
            </p:cNvPr>
            <p:cNvSpPr/>
            <p:nvPr userDrawn="1"/>
          </p:nvSpPr>
          <p:spPr>
            <a:xfrm flipV="1">
              <a:off x="7403811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08D20091-D26D-739C-EC0D-4332030E65CF}"/>
                </a:ext>
              </a:extLst>
            </p:cNvPr>
            <p:cNvSpPr/>
            <p:nvPr userDrawn="1"/>
          </p:nvSpPr>
          <p:spPr>
            <a:xfrm>
              <a:off x="8711622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662" y="584201"/>
            <a:ext cx="10226675" cy="781058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61C2C9-4D10-ED6D-CCC2-1E9F1FDD2A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42816" y="1489839"/>
            <a:ext cx="2067502" cy="423333"/>
          </a:xfrm>
          <a:noFill/>
        </p:spPr>
        <p:txBody>
          <a:bodyPr wrap="square" rtlCol="0" anchor="t">
            <a:noAutofit/>
          </a:bodyPr>
          <a:lstStyle>
            <a:lvl1pPr marL="0" indent="0" algn="ctr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Master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73D6B2A-4BEB-40DA-D4B7-5D6711B95B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39402" y="2273173"/>
            <a:ext cx="2067502" cy="83880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CC23EF0-CCB9-7631-5893-173C23662E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51602" y="3657132"/>
            <a:ext cx="1260000" cy="324000"/>
          </a:xfrm>
          <a:noFill/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US" sz="1300" b="1" dirty="0">
                <a:solidFill>
                  <a:schemeClr val="tx1"/>
                </a:solidFill>
              </a:defRPr>
            </a:lvl1pPr>
          </a:lstStyle>
          <a:p>
            <a:pPr marL="57150" lvl="0" indent="-285750" algn="ctr"/>
            <a:r>
              <a:rPr lang="en-US" dirty="0"/>
              <a:t>Milestone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A55D6897-9E6A-5267-8A17-FAC640C0596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756016" y="4607559"/>
            <a:ext cx="2067502" cy="423333"/>
          </a:xfrm>
          <a:noFill/>
        </p:spPr>
        <p:txBody>
          <a:bodyPr wrap="square" rtlCol="0" anchor="t">
            <a:noAutofit/>
          </a:bodyPr>
          <a:lstStyle>
            <a:lvl1pPr marL="0" indent="0" algn="ctr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Master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27078301-377D-286F-9067-CC583F744A9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752602" y="5390893"/>
            <a:ext cx="2067502" cy="83880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F1119639-B6DC-E663-01C8-EB8BAAD734F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59429" y="3657132"/>
            <a:ext cx="1260000" cy="324000"/>
          </a:xfrm>
          <a:noFill/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US" sz="1300" b="1" dirty="0">
                <a:solidFill>
                  <a:schemeClr val="tx1"/>
                </a:solidFill>
              </a:defRPr>
            </a:lvl1pPr>
          </a:lstStyle>
          <a:p>
            <a:pPr marL="57150" lvl="0" indent="-285750" algn="ctr"/>
            <a:r>
              <a:rPr lang="en-US" dirty="0"/>
              <a:t>Milestone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4779163C-C8AA-E3FC-B7FD-99A42B2B556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069215" y="1489839"/>
            <a:ext cx="2067502" cy="423333"/>
          </a:xfrm>
          <a:noFill/>
        </p:spPr>
        <p:txBody>
          <a:bodyPr wrap="square" rtlCol="0" anchor="t">
            <a:noAutofit/>
          </a:bodyPr>
          <a:lstStyle>
            <a:lvl1pPr marL="0" indent="0" algn="ctr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Master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1B05E230-3912-FE5D-61FE-AC465718E88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065801" y="2273173"/>
            <a:ext cx="2067502" cy="83880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19BACF2C-F4F1-F4B1-5D76-004E6CCC4E0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67256" y="3657132"/>
            <a:ext cx="1260000" cy="324000"/>
          </a:xfrm>
          <a:noFill/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US" sz="1300" b="1" dirty="0">
                <a:solidFill>
                  <a:schemeClr val="tx1"/>
                </a:solidFill>
              </a:defRPr>
            </a:lvl1pPr>
          </a:lstStyle>
          <a:p>
            <a:pPr marL="57150" lvl="0" indent="-285750" algn="ctr"/>
            <a:r>
              <a:rPr lang="en-US" dirty="0"/>
              <a:t>Milestone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1D07862A-5B23-0044-8CE4-F6A221EBF32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82415" y="4607559"/>
            <a:ext cx="2067502" cy="423333"/>
          </a:xfrm>
          <a:noFill/>
        </p:spPr>
        <p:txBody>
          <a:bodyPr wrap="square" rtlCol="0" anchor="t">
            <a:noAutofit/>
          </a:bodyPr>
          <a:lstStyle>
            <a:lvl1pPr marL="0" indent="0" algn="ctr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Master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D6B6CB30-262C-6187-0C1C-55421AF8048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379001" y="5390893"/>
            <a:ext cx="2067502" cy="83880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5ABC58D2-B87D-BB4A-29CF-B645D14BCA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775083" y="3657132"/>
            <a:ext cx="1260000" cy="324000"/>
          </a:xfrm>
          <a:noFill/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US" sz="1300" b="1" dirty="0">
                <a:solidFill>
                  <a:schemeClr val="tx1"/>
                </a:solidFill>
              </a:defRPr>
            </a:lvl1pPr>
          </a:lstStyle>
          <a:p>
            <a:pPr marL="57150" lvl="0" indent="-285750" algn="ctr"/>
            <a:r>
              <a:rPr lang="en-US" dirty="0"/>
              <a:t>Milestone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492CC3B8-8A0F-A348-FB3D-D7976550BFE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95614" y="1489839"/>
            <a:ext cx="2067502" cy="423333"/>
          </a:xfrm>
          <a:noFill/>
        </p:spPr>
        <p:txBody>
          <a:bodyPr wrap="square" rtlCol="0" anchor="t">
            <a:noAutofit/>
          </a:bodyPr>
          <a:lstStyle>
            <a:lvl1pPr marL="0" indent="0" algn="ctr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Master</a:t>
            </a:r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738882A6-C5D0-0373-B0FA-BF7FBE82E7B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692200" y="2273173"/>
            <a:ext cx="2067502" cy="83880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60BA9DE5-F5A7-2467-7A00-F6CC4607A5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82911" y="3657132"/>
            <a:ext cx="1260000" cy="324000"/>
          </a:xfrm>
          <a:noFill/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US" sz="1300" b="1" dirty="0">
                <a:solidFill>
                  <a:schemeClr val="tx1"/>
                </a:solidFill>
              </a:defRPr>
            </a:lvl1pPr>
          </a:lstStyle>
          <a:p>
            <a:pPr marL="57150" lvl="0" indent="-285750" algn="ctr"/>
            <a:r>
              <a:rPr lang="en-US" dirty="0"/>
              <a:t>Milestone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57ABE3-587C-7F7B-C8B5-EB06AF8AD71B}"/>
              </a:ext>
            </a:extLst>
          </p:cNvPr>
          <p:cNvSpPr/>
          <p:nvPr userDrawn="1"/>
        </p:nvSpPr>
        <p:spPr>
          <a:xfrm>
            <a:off x="0" y="6273004"/>
            <a:ext cx="12191999" cy="584993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88169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I60V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63BB7D51-CF9D-4526-1725-5AB30663276A}"/>
              </a:ext>
            </a:extLst>
          </p:cNvPr>
          <p:cNvGrpSpPr/>
          <p:nvPr userDrawn="1"/>
        </p:nvGrpSpPr>
        <p:grpSpPr>
          <a:xfrm>
            <a:off x="2172567" y="3165226"/>
            <a:ext cx="7846866" cy="1307812"/>
            <a:chOff x="2105892" y="3357980"/>
            <a:chExt cx="7846866" cy="1307812"/>
          </a:xfrm>
        </p:grpSpPr>
        <p:sp>
          <p:nvSpPr>
            <p:cNvPr id="19" name="Arc 48">
              <a:extLst>
                <a:ext uri="{FF2B5EF4-FFF2-40B4-BE49-F238E27FC236}">
                  <a16:creationId xmlns:a16="http://schemas.microsoft.com/office/drawing/2014/main" id="{A57EA404-270C-3D5C-14F9-1ECC47BA9B07}"/>
                </a:ext>
              </a:extLst>
            </p:cNvPr>
            <p:cNvSpPr/>
            <p:nvPr userDrawn="1"/>
          </p:nvSpPr>
          <p:spPr>
            <a:xfrm flipV="1">
              <a:off x="8644947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20" name="Arc 47">
              <a:extLst>
                <a:ext uri="{FF2B5EF4-FFF2-40B4-BE49-F238E27FC236}">
                  <a16:creationId xmlns:a16="http://schemas.microsoft.com/office/drawing/2014/main" id="{E0D06A7F-9509-C3A7-2D2C-78C39714085C}"/>
                </a:ext>
              </a:extLst>
            </p:cNvPr>
            <p:cNvSpPr/>
            <p:nvPr userDrawn="1"/>
          </p:nvSpPr>
          <p:spPr>
            <a:xfrm>
              <a:off x="7337136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24" name="Arc 47">
              <a:extLst>
                <a:ext uri="{FF2B5EF4-FFF2-40B4-BE49-F238E27FC236}">
                  <a16:creationId xmlns:a16="http://schemas.microsoft.com/office/drawing/2014/main" id="{AB4BBBAA-DF0A-9D34-37E3-991800093100}"/>
                </a:ext>
              </a:extLst>
            </p:cNvPr>
            <p:cNvSpPr/>
            <p:nvPr userDrawn="1"/>
          </p:nvSpPr>
          <p:spPr>
            <a:xfrm>
              <a:off x="4721514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25" name="Arc 48">
              <a:extLst>
                <a:ext uri="{FF2B5EF4-FFF2-40B4-BE49-F238E27FC236}">
                  <a16:creationId xmlns:a16="http://schemas.microsoft.com/office/drawing/2014/main" id="{DB6A20B4-C07C-5DCC-F25A-7118BCF0C18A}"/>
                </a:ext>
              </a:extLst>
            </p:cNvPr>
            <p:cNvSpPr/>
            <p:nvPr userDrawn="1"/>
          </p:nvSpPr>
          <p:spPr>
            <a:xfrm flipV="1">
              <a:off x="6029325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29" name="Arc 47">
              <a:extLst>
                <a:ext uri="{FF2B5EF4-FFF2-40B4-BE49-F238E27FC236}">
                  <a16:creationId xmlns:a16="http://schemas.microsoft.com/office/drawing/2014/main" id="{96B9398F-6113-4672-FFF8-FBAD5FEF4AC7}"/>
                </a:ext>
              </a:extLst>
            </p:cNvPr>
            <p:cNvSpPr/>
            <p:nvPr userDrawn="1"/>
          </p:nvSpPr>
          <p:spPr>
            <a:xfrm>
              <a:off x="2105892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30" name="Arc 48">
              <a:extLst>
                <a:ext uri="{FF2B5EF4-FFF2-40B4-BE49-F238E27FC236}">
                  <a16:creationId xmlns:a16="http://schemas.microsoft.com/office/drawing/2014/main" id="{69A4899F-6BC6-0545-C425-46B0A391B53A}"/>
                </a:ext>
              </a:extLst>
            </p:cNvPr>
            <p:cNvSpPr/>
            <p:nvPr userDrawn="1"/>
          </p:nvSpPr>
          <p:spPr>
            <a:xfrm flipV="1">
              <a:off x="3413703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31" name="Arc 30">
              <a:extLst>
                <a:ext uri="{FF2B5EF4-FFF2-40B4-BE49-F238E27FC236}">
                  <a16:creationId xmlns:a16="http://schemas.microsoft.com/office/drawing/2014/main" id="{C54F923D-0F8C-75D3-F560-621D6C55D4ED}"/>
                </a:ext>
              </a:extLst>
            </p:cNvPr>
            <p:cNvSpPr/>
            <p:nvPr userDrawn="1"/>
          </p:nvSpPr>
          <p:spPr>
            <a:xfrm>
              <a:off x="2105892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32" name="Arc 31">
              <a:extLst>
                <a:ext uri="{FF2B5EF4-FFF2-40B4-BE49-F238E27FC236}">
                  <a16:creationId xmlns:a16="http://schemas.microsoft.com/office/drawing/2014/main" id="{7737C037-6C33-E597-EC0D-93C1577C4A58}"/>
                </a:ext>
              </a:extLst>
            </p:cNvPr>
            <p:cNvSpPr/>
            <p:nvPr userDrawn="1"/>
          </p:nvSpPr>
          <p:spPr>
            <a:xfrm flipV="1">
              <a:off x="3413703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33" name="Arc 32">
              <a:extLst>
                <a:ext uri="{FF2B5EF4-FFF2-40B4-BE49-F238E27FC236}">
                  <a16:creationId xmlns:a16="http://schemas.microsoft.com/office/drawing/2014/main" id="{65F0F000-9A20-4E99-4193-B75FEBC43421}"/>
                </a:ext>
              </a:extLst>
            </p:cNvPr>
            <p:cNvSpPr/>
            <p:nvPr userDrawn="1"/>
          </p:nvSpPr>
          <p:spPr>
            <a:xfrm>
              <a:off x="4721514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34" name="Arc 33">
              <a:extLst>
                <a:ext uri="{FF2B5EF4-FFF2-40B4-BE49-F238E27FC236}">
                  <a16:creationId xmlns:a16="http://schemas.microsoft.com/office/drawing/2014/main" id="{6062F459-ACA9-F2CB-F2C1-6C195540935B}"/>
                </a:ext>
              </a:extLst>
            </p:cNvPr>
            <p:cNvSpPr/>
            <p:nvPr userDrawn="1"/>
          </p:nvSpPr>
          <p:spPr>
            <a:xfrm flipV="1">
              <a:off x="6029325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78D4F275-76C2-2516-B3A5-F4BEB2B9CA71}"/>
                </a:ext>
              </a:extLst>
            </p:cNvPr>
            <p:cNvSpPr/>
            <p:nvPr userDrawn="1"/>
          </p:nvSpPr>
          <p:spPr>
            <a:xfrm>
              <a:off x="7337136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36" name="Arc 35">
              <a:extLst>
                <a:ext uri="{FF2B5EF4-FFF2-40B4-BE49-F238E27FC236}">
                  <a16:creationId xmlns:a16="http://schemas.microsoft.com/office/drawing/2014/main" id="{90126FB4-61AC-3C71-2538-087676C2A51C}"/>
                </a:ext>
              </a:extLst>
            </p:cNvPr>
            <p:cNvSpPr/>
            <p:nvPr userDrawn="1"/>
          </p:nvSpPr>
          <p:spPr>
            <a:xfrm flipV="1">
              <a:off x="8644947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662" y="584201"/>
            <a:ext cx="10226675" cy="781058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61C2C9-4D10-ED6D-CCC2-1E9F1FDD2A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38224" y="1492231"/>
            <a:ext cx="1641803" cy="423333"/>
          </a:xfrm>
          <a:noFill/>
        </p:spPr>
        <p:txBody>
          <a:bodyPr wrap="square" rtlCol="0" anchor="t">
            <a:noAutofit/>
          </a:bodyPr>
          <a:lstStyle>
            <a:lvl1pPr marL="0" indent="0" algn="ctr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Master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73D6B2A-4BEB-40DA-D4B7-5D6711B95B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34810" y="2275565"/>
            <a:ext cx="1641803" cy="83880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CC23EF0-CCB9-7631-5893-173C23662E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91487" y="3657132"/>
            <a:ext cx="1260000" cy="324000"/>
          </a:xfrm>
          <a:noFill/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US" sz="1300" b="1" dirty="0">
                <a:solidFill>
                  <a:schemeClr val="tx1"/>
                </a:solidFill>
              </a:defRPr>
            </a:lvl1pPr>
          </a:lstStyle>
          <a:p>
            <a:pPr marL="57150" lvl="0" indent="-285750" algn="ctr"/>
            <a:r>
              <a:rPr lang="en-US" dirty="0"/>
              <a:t>Milestone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9CFBDD5-870E-35DD-FD5F-F0172492FC7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61176" y="4582505"/>
            <a:ext cx="1641803" cy="423333"/>
          </a:xfrm>
          <a:noFill/>
        </p:spPr>
        <p:txBody>
          <a:bodyPr wrap="square" rtlCol="0" anchor="t">
            <a:noAutofit/>
          </a:bodyPr>
          <a:lstStyle>
            <a:lvl1pPr marL="0" indent="0" algn="ctr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Master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7F40198-E11D-B174-C28B-92661D7F204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57762" y="5365839"/>
            <a:ext cx="1641803" cy="83880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B0960D7-7983-2595-ABE5-F1787E459D0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05076" y="3657132"/>
            <a:ext cx="1260000" cy="324000"/>
          </a:xfrm>
          <a:noFill/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US" sz="1300" b="1" dirty="0">
                <a:solidFill>
                  <a:schemeClr val="tx1"/>
                </a:solidFill>
              </a:defRPr>
            </a:lvl1pPr>
          </a:lstStyle>
          <a:p>
            <a:pPr marL="57150" lvl="0" indent="-285750" algn="ctr"/>
            <a:r>
              <a:rPr lang="en-US" dirty="0"/>
              <a:t>Milestone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5F9A464E-36BA-78EC-8B82-85BECF9499F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584128" y="1497858"/>
            <a:ext cx="1641803" cy="423333"/>
          </a:xfrm>
          <a:noFill/>
        </p:spPr>
        <p:txBody>
          <a:bodyPr wrap="square" rtlCol="0" anchor="t">
            <a:noAutofit/>
          </a:bodyPr>
          <a:lstStyle>
            <a:lvl1pPr marL="0" indent="0" algn="ctr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Master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F985471C-71E7-2A9F-2CD2-D18A4DEE6A3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580714" y="2281192"/>
            <a:ext cx="1641803" cy="83880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7554BCB0-8A73-8A6A-22F3-ECF35C003B9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18665" y="3657132"/>
            <a:ext cx="1260000" cy="324000"/>
          </a:xfrm>
          <a:noFill/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US" sz="1300" b="1" dirty="0">
                <a:solidFill>
                  <a:schemeClr val="tx1"/>
                </a:solidFill>
              </a:defRPr>
            </a:lvl1pPr>
          </a:lstStyle>
          <a:p>
            <a:pPr marL="57150" lvl="0" indent="-285750" algn="ctr"/>
            <a:r>
              <a:rPr lang="en-US" dirty="0"/>
              <a:t>Milestone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C08780A0-29AE-20CD-D5E3-AC2B3983C83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907080" y="4574756"/>
            <a:ext cx="1641803" cy="423333"/>
          </a:xfrm>
          <a:noFill/>
        </p:spPr>
        <p:txBody>
          <a:bodyPr wrap="square" rtlCol="0" anchor="t">
            <a:noAutofit/>
          </a:bodyPr>
          <a:lstStyle>
            <a:lvl1pPr marL="0" indent="0" algn="ctr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Master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C716A020-77F8-3D14-2A31-111EBFA4018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903666" y="5358090"/>
            <a:ext cx="1641803" cy="83880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7FD8A23C-16BF-F5F8-3277-D9B61DDDEB9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32254" y="3657132"/>
            <a:ext cx="1260000" cy="324000"/>
          </a:xfrm>
          <a:noFill/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US" sz="1300" b="1" dirty="0">
                <a:solidFill>
                  <a:schemeClr val="tx1"/>
                </a:solidFill>
              </a:defRPr>
            </a:lvl1pPr>
          </a:lstStyle>
          <a:p>
            <a:pPr marL="57150" lvl="0" indent="-285750" algn="ctr"/>
            <a:r>
              <a:rPr lang="en-US" dirty="0"/>
              <a:t>Milestone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E8DA0FA2-810D-B25A-CCB8-F3362879CDE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230032" y="1497801"/>
            <a:ext cx="1641803" cy="423333"/>
          </a:xfrm>
          <a:noFill/>
        </p:spPr>
        <p:txBody>
          <a:bodyPr wrap="square" rtlCol="0" anchor="t">
            <a:noAutofit/>
          </a:bodyPr>
          <a:lstStyle>
            <a:lvl1pPr marL="0" indent="0" algn="ctr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Master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20C57CB0-2E73-96C0-3605-3E1BBA28770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226618" y="2281135"/>
            <a:ext cx="1641803" cy="83880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A5095775-CE62-DB6E-5643-B992A8FA296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45843" y="3657132"/>
            <a:ext cx="1260000" cy="324000"/>
          </a:xfrm>
          <a:noFill/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US" sz="1300" b="1" dirty="0">
                <a:solidFill>
                  <a:schemeClr val="tx1"/>
                </a:solidFill>
              </a:defRPr>
            </a:lvl1pPr>
          </a:lstStyle>
          <a:p>
            <a:pPr marL="57150" lvl="0" indent="-285750" algn="ctr"/>
            <a:r>
              <a:rPr lang="en-US" dirty="0"/>
              <a:t>Milestone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4E0BB22D-6F32-DD2D-2A63-BE6F78B6D00C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552984" y="4579415"/>
            <a:ext cx="1641803" cy="423333"/>
          </a:xfrm>
          <a:noFill/>
        </p:spPr>
        <p:txBody>
          <a:bodyPr wrap="square" rtlCol="0" anchor="t">
            <a:noAutofit/>
          </a:bodyPr>
          <a:lstStyle>
            <a:lvl1pPr marL="0" indent="0" algn="ctr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 Master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C19ECCD6-6ED2-5B15-447C-B61314E7CDF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49570" y="5362749"/>
            <a:ext cx="1641803" cy="83880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84B770A8-3D75-33D9-16C2-589947A472A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759433" y="3657132"/>
            <a:ext cx="1260000" cy="324000"/>
          </a:xfrm>
          <a:noFill/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US" sz="1300" b="1" dirty="0">
                <a:solidFill>
                  <a:schemeClr val="tx1"/>
                </a:solidFill>
              </a:defRPr>
            </a:lvl1pPr>
          </a:lstStyle>
          <a:p>
            <a:pPr marL="57150" lvl="0" indent="-285750" algn="ctr"/>
            <a:r>
              <a:rPr lang="en-US" dirty="0"/>
              <a:t>Milestone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814D20-60B7-FDC8-17DF-CB80C61564C0}"/>
              </a:ext>
            </a:extLst>
          </p:cNvPr>
          <p:cNvSpPr/>
          <p:nvPr userDrawn="1"/>
        </p:nvSpPr>
        <p:spPr>
          <a:xfrm>
            <a:off x="0" y="6273004"/>
            <a:ext cx="12191999" cy="584993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4131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662" y="584200"/>
            <a:ext cx="10226675" cy="1325563"/>
          </a:xfrm>
        </p:spPr>
        <p:txBody>
          <a:bodyPr vert="horz" lIns="91440" tIns="45720" rIns="91440" bIns="45720" rtlCol="0" anchor="t">
            <a:noAutofit/>
          </a:bodyPr>
          <a:lstStyle>
            <a:lvl1pPr algn="ctr"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C3C1E4-2789-6156-5A0B-052425545714}"/>
              </a:ext>
            </a:extLst>
          </p:cNvPr>
          <p:cNvSpPr/>
          <p:nvPr userDrawn="1"/>
        </p:nvSpPr>
        <p:spPr>
          <a:xfrm>
            <a:off x="0" y="6273800"/>
            <a:ext cx="12192000" cy="5842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90424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E359C6E-37AA-741C-EB84-CDC9BBBF4799}"/>
              </a:ext>
            </a:extLst>
          </p:cNvPr>
          <p:cNvGrpSpPr/>
          <p:nvPr userDrawn="1"/>
        </p:nvGrpSpPr>
        <p:grpSpPr>
          <a:xfrm>
            <a:off x="11299825" y="584994"/>
            <a:ext cx="304800" cy="87880"/>
            <a:chOff x="587375" y="584994"/>
            <a:chExt cx="304800" cy="87880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6ED937B2-00D3-C934-7568-D94AE895F2F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7A209F4-A64E-7B65-131F-FDCCE92CBD8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94D3D9FF-5E4A-E4D9-CE56-6EA603B3B894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8978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26" Type="http://schemas.openxmlformats.org/officeDocument/2006/relationships/slideLayout" Target="../slideLayouts/slideLayout44.xml"/><Relationship Id="rId39" Type="http://schemas.openxmlformats.org/officeDocument/2006/relationships/slideLayout" Target="../slideLayouts/slideLayout57.xml"/><Relationship Id="rId21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52.xml"/><Relationship Id="rId42" Type="http://schemas.openxmlformats.org/officeDocument/2006/relationships/slideLayout" Target="../slideLayouts/slideLayout60.xml"/><Relationship Id="rId47" Type="http://schemas.openxmlformats.org/officeDocument/2006/relationships/slideLayout" Target="../slideLayouts/slideLayout65.xml"/><Relationship Id="rId50" Type="http://schemas.openxmlformats.org/officeDocument/2006/relationships/theme" Target="../theme/theme2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9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42.xml"/><Relationship Id="rId32" Type="http://schemas.openxmlformats.org/officeDocument/2006/relationships/slideLayout" Target="../slideLayouts/slideLayout50.xml"/><Relationship Id="rId37" Type="http://schemas.openxmlformats.org/officeDocument/2006/relationships/slideLayout" Target="../slideLayouts/slideLayout55.xml"/><Relationship Id="rId40" Type="http://schemas.openxmlformats.org/officeDocument/2006/relationships/slideLayout" Target="../slideLayouts/slideLayout58.xml"/><Relationship Id="rId45" Type="http://schemas.openxmlformats.org/officeDocument/2006/relationships/slideLayout" Target="../slideLayouts/slideLayout63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23" Type="http://schemas.openxmlformats.org/officeDocument/2006/relationships/slideLayout" Target="../slideLayouts/slideLayout41.xml"/><Relationship Id="rId28" Type="http://schemas.openxmlformats.org/officeDocument/2006/relationships/slideLayout" Target="../slideLayouts/slideLayout46.xml"/><Relationship Id="rId36" Type="http://schemas.openxmlformats.org/officeDocument/2006/relationships/slideLayout" Target="../slideLayouts/slideLayout54.xml"/><Relationship Id="rId49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37.xml"/><Relationship Id="rId31" Type="http://schemas.openxmlformats.org/officeDocument/2006/relationships/slideLayout" Target="../slideLayouts/slideLayout49.xml"/><Relationship Id="rId44" Type="http://schemas.openxmlformats.org/officeDocument/2006/relationships/slideLayout" Target="../slideLayouts/slideLayout62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45.xml"/><Relationship Id="rId30" Type="http://schemas.openxmlformats.org/officeDocument/2006/relationships/slideLayout" Target="../slideLayouts/slideLayout48.xml"/><Relationship Id="rId35" Type="http://schemas.openxmlformats.org/officeDocument/2006/relationships/slideLayout" Target="../slideLayouts/slideLayout53.xml"/><Relationship Id="rId43" Type="http://schemas.openxmlformats.org/officeDocument/2006/relationships/slideLayout" Target="../slideLayouts/slideLayout61.xml"/><Relationship Id="rId48" Type="http://schemas.openxmlformats.org/officeDocument/2006/relationships/slideLayout" Target="../slideLayouts/slideLayout66.xml"/><Relationship Id="rId8" Type="http://schemas.openxmlformats.org/officeDocument/2006/relationships/slideLayout" Target="../slideLayouts/slideLayout26.xml"/><Relationship Id="rId51" Type="http://schemas.openxmlformats.org/officeDocument/2006/relationships/image" Target="../media/image3.jpeg"/><Relationship Id="rId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5" Type="http://schemas.openxmlformats.org/officeDocument/2006/relationships/slideLayout" Target="../slideLayouts/slideLayout43.xml"/><Relationship Id="rId33" Type="http://schemas.openxmlformats.org/officeDocument/2006/relationships/slideLayout" Target="../slideLayouts/slideLayout51.xml"/><Relationship Id="rId38" Type="http://schemas.openxmlformats.org/officeDocument/2006/relationships/slideLayout" Target="../slideLayouts/slideLayout56.xml"/><Relationship Id="rId46" Type="http://schemas.openxmlformats.org/officeDocument/2006/relationships/slideLayout" Target="../slideLayouts/slideLayout64.xml"/><Relationship Id="rId20" Type="http://schemas.openxmlformats.org/officeDocument/2006/relationships/slideLayout" Target="../slideLayouts/slideLayout38.xml"/><Relationship Id="rId41" Type="http://schemas.openxmlformats.org/officeDocument/2006/relationships/slideLayout" Target="../slideLayouts/slideLayout59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717710F1-C041-4522-8404-05C3A92EFBB3}" type="datetimeFigureOut">
              <a:rPr lang="fr-FR" smtClean="0"/>
              <a:t>05/10/2026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82759E-31E2-4A7C-9146-2B6CDDB035A8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27968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54C769-5B6E-5C22-9516-5D7BE462E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3190F5-D493-CE67-ED1B-D761BFA69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5225E-A593-BBE5-FA35-2952DE6D56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0812C0-D4F0-C345-96B4-1E8B918506AC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30E95-9162-1956-4897-1AA052698F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709E4-652E-524A-8D35-CF602AA44AAA}" type="slidenum">
              <a:rPr lang="en-US" smtClean="0"/>
              <a:t>‹N°›</a:t>
            </a:fld>
            <a:endParaRPr lang="en-US" dirty="0"/>
          </a:p>
        </p:txBody>
      </p:sp>
      <p:grpSp>
        <p:nvGrpSpPr>
          <p:cNvPr id="5" name="Group 4" hidden="1">
            <a:extLst>
              <a:ext uri="{FF2B5EF4-FFF2-40B4-BE49-F238E27FC236}">
                <a16:creationId xmlns:a16="http://schemas.microsoft.com/office/drawing/2014/main" id="{92FAE72C-82F9-63EA-E047-125229D746D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7" name="Group 6" hidden="1">
              <a:extLst>
                <a:ext uri="{FF2B5EF4-FFF2-40B4-BE49-F238E27FC236}">
                  <a16:creationId xmlns:a16="http://schemas.microsoft.com/office/drawing/2014/main" id="{2783FDA6-B880-12D1-F0DF-F65463525311}"/>
                </a:ext>
              </a:extLst>
            </p:cNvPr>
            <p:cNvGrpSpPr/>
            <p:nvPr userDrawn="1"/>
          </p:nvGrpSpPr>
          <p:grpSpPr>
            <a:xfrm>
              <a:off x="0" y="0"/>
              <a:ext cx="12192000" cy="6858000"/>
              <a:chOff x="0" y="0"/>
              <a:chExt cx="5166360" cy="6858000"/>
            </a:xfrm>
            <a:noFill/>
          </p:grpSpPr>
          <p:sp>
            <p:nvSpPr>
              <p:cNvPr id="9" name="Rectangle 8" hidden="1">
                <a:extLst>
                  <a:ext uri="{FF2B5EF4-FFF2-40B4-BE49-F238E27FC236}">
                    <a16:creationId xmlns:a16="http://schemas.microsoft.com/office/drawing/2014/main" id="{F3FB1A56-AC44-3AC8-87A5-872AC4A90ABE}"/>
                  </a:ext>
                </a:extLst>
              </p:cNvPr>
              <p:cNvSpPr/>
              <p:nvPr userDrawn="1"/>
            </p:nvSpPr>
            <p:spPr>
              <a:xfrm>
                <a:off x="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0" name="Rectangle 9" hidden="1">
                <a:extLst>
                  <a:ext uri="{FF2B5EF4-FFF2-40B4-BE49-F238E27FC236}">
                    <a16:creationId xmlns:a16="http://schemas.microsoft.com/office/drawing/2014/main" id="{6E2D1C13-7C92-62FB-45D9-9953EC36A6AD}"/>
                  </a:ext>
                </a:extLst>
              </p:cNvPr>
              <p:cNvSpPr/>
              <p:nvPr userDrawn="1"/>
            </p:nvSpPr>
            <p:spPr>
              <a:xfrm>
                <a:off x="86106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1" name="Rectangle 10" hidden="1">
                <a:extLst>
                  <a:ext uri="{FF2B5EF4-FFF2-40B4-BE49-F238E27FC236}">
                    <a16:creationId xmlns:a16="http://schemas.microsoft.com/office/drawing/2014/main" id="{604F73FA-93CA-86AA-4012-1C081C51CA92}"/>
                  </a:ext>
                </a:extLst>
              </p:cNvPr>
              <p:cNvSpPr/>
              <p:nvPr userDrawn="1"/>
            </p:nvSpPr>
            <p:spPr>
              <a:xfrm>
                <a:off x="172212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2" name="Rectangle 11" hidden="1">
                <a:extLst>
                  <a:ext uri="{FF2B5EF4-FFF2-40B4-BE49-F238E27FC236}">
                    <a16:creationId xmlns:a16="http://schemas.microsoft.com/office/drawing/2014/main" id="{E11C4BE9-3395-6EBF-1736-876AE6CA5899}"/>
                  </a:ext>
                </a:extLst>
              </p:cNvPr>
              <p:cNvSpPr/>
              <p:nvPr userDrawn="1"/>
            </p:nvSpPr>
            <p:spPr>
              <a:xfrm>
                <a:off x="258318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3" name="Rectangle 12" hidden="1">
                <a:extLst>
                  <a:ext uri="{FF2B5EF4-FFF2-40B4-BE49-F238E27FC236}">
                    <a16:creationId xmlns:a16="http://schemas.microsoft.com/office/drawing/2014/main" id="{A7429E2A-937D-ABD5-C743-BA1A6F11C542}"/>
                  </a:ext>
                </a:extLst>
              </p:cNvPr>
              <p:cNvSpPr/>
              <p:nvPr userDrawn="1"/>
            </p:nvSpPr>
            <p:spPr>
              <a:xfrm>
                <a:off x="344424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4" name="Rectangle 13" hidden="1">
                <a:extLst>
                  <a:ext uri="{FF2B5EF4-FFF2-40B4-BE49-F238E27FC236}">
                    <a16:creationId xmlns:a16="http://schemas.microsoft.com/office/drawing/2014/main" id="{F814B45D-6D67-5DE1-FAC9-ADD01AD86BA5}"/>
                  </a:ext>
                </a:extLst>
              </p:cNvPr>
              <p:cNvSpPr/>
              <p:nvPr userDrawn="1"/>
            </p:nvSpPr>
            <p:spPr>
              <a:xfrm>
                <a:off x="430530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sp>
          <p:nvSpPr>
            <p:cNvPr id="15" name="Frame 7" hidden="1">
              <a:extLst>
                <a:ext uri="{FF2B5EF4-FFF2-40B4-BE49-F238E27FC236}">
                  <a16:creationId xmlns:a16="http://schemas.microsoft.com/office/drawing/2014/main" id="{1DC1DDE1-81D0-FC9A-3287-7D3238A124C9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frame">
              <a:avLst>
                <a:gd name="adj1" fmla="val 861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68E88FD4-43FA-F80D-DA99-3B57A0B99735}"/>
              </a:ext>
            </a:extLst>
          </p:cNvPr>
          <p:cNvPicPr>
            <a:picLocks noChangeAspect="1"/>
          </p:cNvPicPr>
          <p:nvPr userDrawn="1"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0201" y="6377199"/>
            <a:ext cx="2543175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671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22" r:id="rId19"/>
    <p:sldLayoutId id="2147483723" r:id="rId20"/>
    <p:sldLayoutId id="2147483724" r:id="rId21"/>
    <p:sldLayoutId id="2147483725" r:id="rId22"/>
    <p:sldLayoutId id="2147483726" r:id="rId23"/>
    <p:sldLayoutId id="2147483727" r:id="rId24"/>
    <p:sldLayoutId id="2147483728" r:id="rId25"/>
    <p:sldLayoutId id="2147483729" r:id="rId26"/>
    <p:sldLayoutId id="2147483730" r:id="rId27"/>
    <p:sldLayoutId id="2147483731" r:id="rId28"/>
    <p:sldLayoutId id="2147483732" r:id="rId29"/>
    <p:sldLayoutId id="2147483733" r:id="rId30"/>
    <p:sldLayoutId id="2147483734" r:id="rId31"/>
    <p:sldLayoutId id="2147483735" r:id="rId32"/>
    <p:sldLayoutId id="2147483736" r:id="rId33"/>
    <p:sldLayoutId id="2147483737" r:id="rId34"/>
    <p:sldLayoutId id="2147483738" r:id="rId35"/>
    <p:sldLayoutId id="2147483739" r:id="rId36"/>
    <p:sldLayoutId id="2147483740" r:id="rId37"/>
    <p:sldLayoutId id="2147483741" r:id="rId38"/>
    <p:sldLayoutId id="2147483742" r:id="rId39"/>
    <p:sldLayoutId id="2147483743" r:id="rId40"/>
    <p:sldLayoutId id="2147483744" r:id="rId41"/>
    <p:sldLayoutId id="2147483745" r:id="rId42"/>
    <p:sldLayoutId id="2147483746" r:id="rId43"/>
    <p:sldLayoutId id="2147483747" r:id="rId44"/>
    <p:sldLayoutId id="2147483748" r:id="rId45"/>
    <p:sldLayoutId id="2147483749" r:id="rId46"/>
    <p:sldLayoutId id="2147483750" r:id="rId47"/>
    <p:sldLayoutId id="2147483751" r:id="rId48"/>
    <p:sldLayoutId id="2147483752" r:id="rId4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Poppins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6403">
          <p15:clr>
            <a:srgbClr val="F26B43"/>
          </p15:clr>
        </p15:guide>
        <p15:guide id="4" pos="7310">
          <p15:clr>
            <a:srgbClr val="F26B43"/>
          </p15:clr>
        </p15:guide>
        <p15:guide id="5" pos="370">
          <p15:clr>
            <a:srgbClr val="F26B43"/>
          </p15:clr>
        </p15:guide>
        <p15:guide id="6" pos="5110">
          <p15:clr>
            <a:srgbClr val="F26B43"/>
          </p15:clr>
        </p15:guide>
        <p15:guide id="7" pos="2570">
          <p15:clr>
            <a:srgbClr val="F26B43"/>
          </p15:clr>
        </p15:guide>
        <p15:guide id="8" pos="1277">
          <p15:clr>
            <a:srgbClr val="F26B43"/>
          </p15:clr>
        </p15:guide>
        <p15:guide id="9" orient="horz" pos="368">
          <p15:clr>
            <a:srgbClr val="F26B43"/>
          </p15:clr>
        </p15:guide>
        <p15:guide id="10" orient="horz" pos="39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slide" Target="slide4.xml"/><Relationship Id="rId4" Type="http://schemas.openxmlformats.org/officeDocument/2006/relationships/slide" Target="slide2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21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7.xml"/><Relationship Id="rId13" Type="http://schemas.openxmlformats.org/officeDocument/2006/relationships/image" Target="../media/image22.png"/><Relationship Id="rId18" Type="http://schemas.microsoft.com/office/2007/relationships/diagramDrawing" Target="../diagrams/drawing8.xml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12" Type="http://schemas.microsoft.com/office/2007/relationships/diagramDrawing" Target="../diagrams/drawing7.xml"/><Relationship Id="rId17" Type="http://schemas.openxmlformats.org/officeDocument/2006/relationships/diagramColors" Target="../diagrams/colors8.xml"/><Relationship Id="rId2" Type="http://schemas.openxmlformats.org/officeDocument/2006/relationships/notesSlide" Target="../notesSlides/notesSlide9.xml"/><Relationship Id="rId16" Type="http://schemas.openxmlformats.org/officeDocument/2006/relationships/diagramQuickStyle" Target="../diagrams/quickStyle8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6.xml"/><Relationship Id="rId11" Type="http://schemas.openxmlformats.org/officeDocument/2006/relationships/diagramColors" Target="../diagrams/colors7.xml"/><Relationship Id="rId5" Type="http://schemas.openxmlformats.org/officeDocument/2006/relationships/diagramQuickStyle" Target="../diagrams/quickStyle6.xml"/><Relationship Id="rId15" Type="http://schemas.openxmlformats.org/officeDocument/2006/relationships/diagramLayout" Target="../diagrams/layout8.xml"/><Relationship Id="rId10" Type="http://schemas.openxmlformats.org/officeDocument/2006/relationships/diagramQuickStyle" Target="../diagrams/quickStyle7.xml"/><Relationship Id="rId4" Type="http://schemas.openxmlformats.org/officeDocument/2006/relationships/diagramLayout" Target="../diagrams/layout6.xml"/><Relationship Id="rId9" Type="http://schemas.openxmlformats.org/officeDocument/2006/relationships/diagramLayout" Target="../diagrams/layout7.xml"/><Relationship Id="rId14" Type="http://schemas.openxmlformats.org/officeDocument/2006/relationships/diagramData" Target="../diagrams/data8.xml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openxmlformats.org/officeDocument/2006/relationships/image" Target="../media/image22.png"/><Relationship Id="rId7" Type="http://schemas.openxmlformats.org/officeDocument/2006/relationships/diagramColors" Target="../diagrams/colors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3-eu-west-1.amazonaws.com/static.oc-static.com/prod/courses/files/Parcours_data_scientist/Projet+-+Textimage+DAS+V2/Dataset+projet+pre%CC%81traitement+textes+images.zip" TargetMode="Externa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1.xml"/><Relationship Id="rId3" Type="http://schemas.openxmlformats.org/officeDocument/2006/relationships/diagramLayout" Target="../diagrams/layout10.xml"/><Relationship Id="rId7" Type="http://schemas.openxmlformats.org/officeDocument/2006/relationships/diagramData" Target="../diagrams/data11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0.xml"/><Relationship Id="rId11" Type="http://schemas.microsoft.com/office/2007/relationships/diagramDrawing" Target="../diagrams/drawing11.xml"/><Relationship Id="rId5" Type="http://schemas.openxmlformats.org/officeDocument/2006/relationships/diagramColors" Target="../diagrams/colors10.xml"/><Relationship Id="rId10" Type="http://schemas.openxmlformats.org/officeDocument/2006/relationships/diagramColors" Target="../diagrams/colors11.xml"/><Relationship Id="rId4" Type="http://schemas.openxmlformats.org/officeDocument/2006/relationships/diagramQuickStyle" Target="../diagrams/quickStyle10.xml"/><Relationship Id="rId9" Type="http://schemas.openxmlformats.org/officeDocument/2006/relationships/diagramQuickStyle" Target="../diagrams/quickStyle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80E145-BEF5-07D8-585C-B13AFD2F03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38893"/>
            <a:ext cx="9144000" cy="1742072"/>
          </a:xfrm>
        </p:spPr>
        <p:txBody>
          <a:bodyPr>
            <a:normAutofit/>
          </a:bodyPr>
          <a:lstStyle/>
          <a:p>
            <a:r>
              <a:rPr lang="fr-FR" sz="4800" b="1" i="0" u="none" strike="noStrike" dirty="0">
                <a:solidFill>
                  <a:srgbClr val="000000"/>
                </a:solidFill>
                <a:effectLst/>
                <a:latin typeface="Twentieth Century"/>
              </a:rPr>
              <a:t>Réalisez  un </a:t>
            </a:r>
            <a:r>
              <a:rPr lang="fr-FR" sz="4800" b="1" i="0" u="none" strike="noStrike" dirty="0" err="1">
                <a:solidFill>
                  <a:srgbClr val="000000"/>
                </a:solidFill>
                <a:effectLst/>
                <a:latin typeface="Twentieth Century"/>
              </a:rPr>
              <a:t>dashboard</a:t>
            </a:r>
            <a:r>
              <a:rPr lang="fr-FR" sz="4800" b="1" i="0" u="none" strike="noStrike" dirty="0">
                <a:solidFill>
                  <a:srgbClr val="000000"/>
                </a:solidFill>
                <a:effectLst/>
                <a:latin typeface="Twentieth Century"/>
              </a:rPr>
              <a:t> et assurez une veille technique</a:t>
            </a:r>
            <a:endParaRPr lang="fr-FR" b="1" dirty="0"/>
          </a:p>
        </p:txBody>
      </p:sp>
      <p:pic>
        <p:nvPicPr>
          <p:cNvPr id="12294" name="Picture 6" descr="OpenClassrooms | Observatoire des Sociétés à Mission">
            <a:extLst>
              <a:ext uri="{FF2B5EF4-FFF2-40B4-BE49-F238E27FC236}">
                <a16:creationId xmlns:a16="http://schemas.microsoft.com/office/drawing/2014/main" id="{4703454E-50E5-05CE-B7FB-63F9A37E3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3413" y="5743661"/>
            <a:ext cx="1843087" cy="1048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016AD59-C801-0F2B-9D5A-9B089729EA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306"/>
          <a:stretch/>
        </p:blipFill>
        <p:spPr bwMode="auto">
          <a:xfrm>
            <a:off x="-1" y="-1"/>
            <a:ext cx="2868707" cy="2434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756F912-15FF-4AFC-3588-8590AEC15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5833" y="6305106"/>
            <a:ext cx="6672887" cy="365125"/>
          </a:xfrm>
        </p:spPr>
        <p:txBody>
          <a:bodyPr/>
          <a:lstStyle/>
          <a:p>
            <a:r>
              <a:rPr lang="en-US" dirty="0" err="1"/>
              <a:t>Projet</a:t>
            </a:r>
            <a:r>
              <a:rPr lang="en-US" dirty="0"/>
              <a:t> 8 </a:t>
            </a:r>
            <a:r>
              <a:rPr lang="en-US" dirty="0" err="1"/>
              <a:t>Openclassrooms</a:t>
            </a:r>
            <a:r>
              <a:rPr lang="en-US" dirty="0"/>
              <a:t> :  Steeve OTTO 05/2026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45471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1F553C3-C996-382D-1E88-6E53F822A489}"/>
              </a:ext>
            </a:extLst>
          </p:cNvPr>
          <p:cNvSpPr/>
          <p:nvPr/>
        </p:nvSpPr>
        <p:spPr>
          <a:xfrm>
            <a:off x="685304" y="721119"/>
            <a:ext cx="2748180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Sommaire</a:t>
            </a:r>
            <a:endParaRPr lang="en-US" sz="29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AA87233-9383-0569-4743-508F8DE029B7}"/>
              </a:ext>
            </a:extLst>
          </p:cNvPr>
          <p:cNvSpPr/>
          <p:nvPr/>
        </p:nvSpPr>
        <p:spPr>
          <a:xfrm>
            <a:off x="1045883" y="1598015"/>
            <a:ext cx="331708" cy="3317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C4EB49C-7B2C-4033-1AAF-10CDB31AAAAD}"/>
              </a:ext>
            </a:extLst>
          </p:cNvPr>
          <p:cNvSpPr/>
          <p:nvPr/>
        </p:nvSpPr>
        <p:spPr>
          <a:xfrm>
            <a:off x="1101187" y="1625697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0E438E6-02A3-3851-110C-9005FF029BCE}"/>
              </a:ext>
            </a:extLst>
          </p:cNvPr>
          <p:cNvSpPr/>
          <p:nvPr/>
        </p:nvSpPr>
        <p:spPr>
          <a:xfrm>
            <a:off x="1524990" y="1648617"/>
            <a:ext cx="2315885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fr-FR" sz="1450" dirty="0"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Contexte</a:t>
            </a:r>
            <a:r>
              <a:rPr lang="en-US" sz="1450" dirty="0"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et </a:t>
            </a:r>
            <a:r>
              <a:rPr lang="fr-FR" sz="1450" dirty="0"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objectifs</a:t>
            </a:r>
            <a:endParaRPr lang="fr-FR" sz="1450" dirty="0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498E2C30-F235-2F3E-E32C-ED59578BB276}"/>
              </a:ext>
            </a:extLst>
          </p:cNvPr>
          <p:cNvSpPr/>
          <p:nvPr/>
        </p:nvSpPr>
        <p:spPr>
          <a:xfrm>
            <a:off x="1045883" y="2497890"/>
            <a:ext cx="331708" cy="3317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A059A03F-667A-0E75-5DC1-FA31FA3CE929}"/>
              </a:ext>
            </a:extLst>
          </p:cNvPr>
          <p:cNvSpPr/>
          <p:nvPr/>
        </p:nvSpPr>
        <p:spPr>
          <a:xfrm>
            <a:off x="1101187" y="2525572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1700" dirty="0"/>
          </a:p>
        </p:txBody>
      </p:sp>
      <p:sp>
        <p:nvSpPr>
          <p:cNvPr id="8" name="Text 7">
            <a:hlinkClick r:id="rId3" action="ppaction://hlinksldjump"/>
            <a:extLst>
              <a:ext uri="{FF2B5EF4-FFF2-40B4-BE49-F238E27FC236}">
                <a16:creationId xmlns:a16="http://schemas.microsoft.com/office/drawing/2014/main" id="{EA57F4E5-53F4-F5BD-DDBB-03E1CF585EDC}"/>
              </a:ext>
            </a:extLst>
          </p:cNvPr>
          <p:cNvSpPr/>
          <p:nvPr/>
        </p:nvSpPr>
        <p:spPr>
          <a:xfrm>
            <a:off x="1478119" y="3471404"/>
            <a:ext cx="2552462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fr-FR" sz="1450" dirty="0">
                <a:latin typeface="Crimson Pro Semi Bold" pitchFamily="34" charset="0"/>
                <a:ea typeface="Crimson Pro Semi Bold" pitchFamily="34" charset="-122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Veille technique</a:t>
            </a:r>
            <a:endParaRPr lang="en-US" sz="1450" dirty="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DE35F749-9B31-724D-9695-719D3124B8EE}"/>
              </a:ext>
            </a:extLst>
          </p:cNvPr>
          <p:cNvSpPr/>
          <p:nvPr/>
        </p:nvSpPr>
        <p:spPr>
          <a:xfrm>
            <a:off x="1045883" y="3397764"/>
            <a:ext cx="331708" cy="3317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DCF2C41F-3B71-8C9F-FE17-A907998A992F}"/>
              </a:ext>
            </a:extLst>
          </p:cNvPr>
          <p:cNvSpPr/>
          <p:nvPr/>
        </p:nvSpPr>
        <p:spPr>
          <a:xfrm>
            <a:off x="1101187" y="3425446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578268DD-7C3A-679B-5F39-6A8AE0567086}"/>
              </a:ext>
            </a:extLst>
          </p:cNvPr>
          <p:cNvSpPr/>
          <p:nvPr/>
        </p:nvSpPr>
        <p:spPr>
          <a:xfrm>
            <a:off x="1045883" y="4376423"/>
            <a:ext cx="331708" cy="3317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211B74E0-81C9-521C-43C5-B0045DE11BF1}"/>
              </a:ext>
            </a:extLst>
          </p:cNvPr>
          <p:cNvSpPr/>
          <p:nvPr/>
        </p:nvSpPr>
        <p:spPr>
          <a:xfrm>
            <a:off x="1101187" y="4404105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4</a:t>
            </a:r>
            <a:endParaRPr lang="en-US" sz="1700" dirty="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34B98589-9CE5-71AA-4740-0DF2D011A4ED}"/>
              </a:ext>
            </a:extLst>
          </p:cNvPr>
          <p:cNvSpPr/>
          <p:nvPr/>
        </p:nvSpPr>
        <p:spPr>
          <a:xfrm>
            <a:off x="1478119" y="440410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Conclusion</a:t>
            </a:r>
            <a:endParaRPr lang="en-US" sz="1450" dirty="0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E8D89D27-0939-A1CA-C6B9-6833025D823D}"/>
              </a:ext>
            </a:extLst>
          </p:cNvPr>
          <p:cNvSpPr/>
          <p:nvPr/>
        </p:nvSpPr>
        <p:spPr>
          <a:xfrm>
            <a:off x="1478119" y="2548551"/>
            <a:ext cx="2315885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fr-FR" sz="1450" dirty="0">
                <a:latin typeface="Crimson Pro Semi Bold" pitchFamily="34" charset="0"/>
                <a:ea typeface="Crimson Pro Semi Bold" pitchFamily="34" charset="-122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fr-FR" sz="1450" dirty="0"/>
          </a:p>
        </p:txBody>
      </p:sp>
      <p:pic>
        <p:nvPicPr>
          <p:cNvPr id="3080" name="Picture 8" descr="How to boost your business with CMMS | CompareCamp.com">
            <a:extLst>
              <a:ext uri="{FF2B5EF4-FFF2-40B4-BE49-F238E27FC236}">
                <a16:creationId xmlns:a16="http://schemas.microsoft.com/office/drawing/2014/main" id="{0B5F302A-7886-7B36-56B7-630DE967EA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32"/>
          <a:stretch/>
        </p:blipFill>
        <p:spPr bwMode="auto">
          <a:xfrm>
            <a:off x="6488348" y="0"/>
            <a:ext cx="570365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9113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46E8B8-CC6E-6C0E-2448-543E2ED5C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780" y="385457"/>
            <a:ext cx="10364451" cy="450000"/>
          </a:xfrm>
        </p:spPr>
        <p:txBody>
          <a:bodyPr>
            <a:normAutofit/>
          </a:bodyPr>
          <a:lstStyle/>
          <a:p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152D47"/>
                </a:solidFill>
                <a:effectLst/>
                <a:uLnTx/>
                <a:uFillTx/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1. </a:t>
            </a:r>
            <a:r>
              <a:rPr kumimoji="0" lang="fr-FR" b="0" i="0" u="none" strike="noStrike" kern="1200" cap="none" spc="0" normalizeH="0" baseline="0" dirty="0">
                <a:ln>
                  <a:noFill/>
                </a:ln>
                <a:solidFill>
                  <a:srgbClr val="152D47"/>
                </a:solidFill>
                <a:effectLst/>
                <a:uLnTx/>
                <a:uFillTx/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Contexte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152D47"/>
                </a:solidFill>
                <a:effectLst/>
                <a:uLnTx/>
                <a:uFillTx/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et </a:t>
            </a:r>
            <a:r>
              <a:rPr kumimoji="0" lang="fr-FR" b="0" i="0" u="none" strike="noStrike" kern="1200" cap="none" spc="0" normalizeH="0" baseline="0" dirty="0">
                <a:ln>
                  <a:noFill/>
                </a:ln>
                <a:solidFill>
                  <a:srgbClr val="152D47"/>
                </a:solidFill>
                <a:effectLst/>
                <a:uLnTx/>
                <a:uFillTx/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Objectifs</a:t>
            </a:r>
            <a:endParaRPr lang="fr-FR" dirty="0"/>
          </a:p>
        </p:txBody>
      </p:sp>
      <p:graphicFrame>
        <p:nvGraphicFramePr>
          <p:cNvPr id="6" name="Espace réservé du contenu 5">
            <a:extLst>
              <a:ext uri="{FF2B5EF4-FFF2-40B4-BE49-F238E27FC236}">
                <a16:creationId xmlns:a16="http://schemas.microsoft.com/office/drawing/2014/main" id="{2BF66F4A-65BF-D291-7B62-8A8B2841CB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5032655"/>
              </p:ext>
            </p:extLst>
          </p:nvPr>
        </p:nvGraphicFramePr>
        <p:xfrm>
          <a:off x="515566" y="1313234"/>
          <a:ext cx="10762034" cy="4764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433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e 37">
            <a:extLst>
              <a:ext uri="{FF2B5EF4-FFF2-40B4-BE49-F238E27FC236}">
                <a16:creationId xmlns:a16="http://schemas.microsoft.com/office/drawing/2014/main" id="{17DDEDBF-6D31-5243-8059-9132F83D2FD0}"/>
              </a:ext>
            </a:extLst>
          </p:cNvPr>
          <p:cNvGrpSpPr/>
          <p:nvPr/>
        </p:nvGrpSpPr>
        <p:grpSpPr>
          <a:xfrm>
            <a:off x="1308940" y="2947330"/>
            <a:ext cx="9305510" cy="1862153"/>
            <a:chOff x="868129" y="1504148"/>
            <a:chExt cx="9305510" cy="1862153"/>
          </a:xfrm>
        </p:grpSpPr>
        <p:cxnSp>
          <p:nvCxnSpPr>
            <p:cNvPr id="42" name="Connecteur droit avec flèche 41">
              <a:extLst>
                <a:ext uri="{FF2B5EF4-FFF2-40B4-BE49-F238E27FC236}">
                  <a16:creationId xmlns:a16="http://schemas.microsoft.com/office/drawing/2014/main" id="{860B805A-FF47-EC29-BAE9-C851C7EBA5DE}"/>
                </a:ext>
              </a:extLst>
            </p:cNvPr>
            <p:cNvCxnSpPr/>
            <p:nvPr/>
          </p:nvCxnSpPr>
          <p:spPr>
            <a:xfrm>
              <a:off x="3297677" y="2334638"/>
              <a:ext cx="142023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eur droit avec flèche 42">
              <a:extLst>
                <a:ext uri="{FF2B5EF4-FFF2-40B4-BE49-F238E27FC236}">
                  <a16:creationId xmlns:a16="http://schemas.microsoft.com/office/drawing/2014/main" id="{7367E32C-FA16-5341-6433-C5A8BE01CFD1}"/>
                </a:ext>
              </a:extLst>
            </p:cNvPr>
            <p:cNvCxnSpPr/>
            <p:nvPr/>
          </p:nvCxnSpPr>
          <p:spPr>
            <a:xfrm>
              <a:off x="7078494" y="2311940"/>
              <a:ext cx="142023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eur droit avec flèche 43">
              <a:extLst>
                <a:ext uri="{FF2B5EF4-FFF2-40B4-BE49-F238E27FC236}">
                  <a16:creationId xmlns:a16="http://schemas.microsoft.com/office/drawing/2014/main" id="{686533B7-7B1C-B552-6E32-5AF1A29BED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97677" y="2892356"/>
              <a:ext cx="1420238" cy="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eur droit avec flèche 44">
              <a:extLst>
                <a:ext uri="{FF2B5EF4-FFF2-40B4-BE49-F238E27FC236}">
                  <a16:creationId xmlns:a16="http://schemas.microsoft.com/office/drawing/2014/main" id="{8D1B308C-5A7D-3238-BFDB-117C949EDE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84979" y="2892356"/>
              <a:ext cx="1413753" cy="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ZoneTexte 45">
              <a:extLst>
                <a:ext uri="{FF2B5EF4-FFF2-40B4-BE49-F238E27FC236}">
                  <a16:creationId xmlns:a16="http://schemas.microsoft.com/office/drawing/2014/main" id="{4550AE72-E2D9-1AC5-B27D-5C2423DD4198}"/>
                </a:ext>
              </a:extLst>
            </p:cNvPr>
            <p:cNvSpPr txBox="1"/>
            <p:nvPr/>
          </p:nvSpPr>
          <p:spPr>
            <a:xfrm>
              <a:off x="5402696" y="1504148"/>
              <a:ext cx="934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FASTAPI</a:t>
              </a:r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E84FF8E1-5386-08F2-0CF6-A26F1BEE8CF9}"/>
                </a:ext>
              </a:extLst>
            </p:cNvPr>
            <p:cNvSpPr txBox="1"/>
            <p:nvPr/>
          </p:nvSpPr>
          <p:spPr>
            <a:xfrm>
              <a:off x="868129" y="1504148"/>
              <a:ext cx="20736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Interface </a:t>
              </a:r>
              <a:r>
                <a:rPr lang="fr-FR" dirty="0" err="1"/>
                <a:t>Streamlit</a:t>
              </a:r>
              <a:endParaRPr lang="fr-FR" dirty="0"/>
            </a:p>
          </p:txBody>
        </p:sp>
        <p:sp>
          <p:nvSpPr>
            <p:cNvPr id="48" name="ZoneTexte 47">
              <a:extLst>
                <a:ext uri="{FF2B5EF4-FFF2-40B4-BE49-F238E27FC236}">
                  <a16:creationId xmlns:a16="http://schemas.microsoft.com/office/drawing/2014/main" id="{5402269D-E270-4290-B6DD-864206367305}"/>
                </a:ext>
              </a:extLst>
            </p:cNvPr>
            <p:cNvSpPr txBox="1"/>
            <p:nvPr/>
          </p:nvSpPr>
          <p:spPr>
            <a:xfrm>
              <a:off x="8994969" y="1504148"/>
              <a:ext cx="11786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Pipeline</a:t>
              </a:r>
            </a:p>
          </p:txBody>
        </p:sp>
        <p:sp>
          <p:nvSpPr>
            <p:cNvPr id="49" name="ZoneTexte 48">
              <a:extLst>
                <a:ext uri="{FF2B5EF4-FFF2-40B4-BE49-F238E27FC236}">
                  <a16:creationId xmlns:a16="http://schemas.microsoft.com/office/drawing/2014/main" id="{0FC97966-D01D-1403-8DE5-AFF353151081}"/>
                </a:ext>
              </a:extLst>
            </p:cNvPr>
            <p:cNvSpPr txBox="1"/>
            <p:nvPr/>
          </p:nvSpPr>
          <p:spPr>
            <a:xfrm>
              <a:off x="3453874" y="2029971"/>
              <a:ext cx="126404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100" dirty="0"/>
                <a:t>Requête (ID client)</a:t>
              </a:r>
            </a:p>
          </p:txBody>
        </p:sp>
        <p:sp>
          <p:nvSpPr>
            <p:cNvPr id="50" name="ZoneTexte 49">
              <a:extLst>
                <a:ext uri="{FF2B5EF4-FFF2-40B4-BE49-F238E27FC236}">
                  <a16:creationId xmlns:a16="http://schemas.microsoft.com/office/drawing/2014/main" id="{9150AC04-4466-0BD7-0AF3-A19B90125E94}"/>
                </a:ext>
              </a:extLst>
            </p:cNvPr>
            <p:cNvSpPr txBox="1"/>
            <p:nvPr/>
          </p:nvSpPr>
          <p:spPr>
            <a:xfrm>
              <a:off x="3476093" y="2935414"/>
              <a:ext cx="140402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100" dirty="0"/>
                <a:t>Réponse</a:t>
              </a:r>
            </a:p>
            <a:p>
              <a:pPr algn="ctr"/>
              <a:r>
                <a:rPr lang="fr-FR" sz="1100" dirty="0"/>
                <a:t>(Score client + SHAP)</a:t>
              </a:r>
            </a:p>
          </p:txBody>
        </p:sp>
        <p:sp>
          <p:nvSpPr>
            <p:cNvPr id="51" name="ZoneTexte 50">
              <a:extLst>
                <a:ext uri="{FF2B5EF4-FFF2-40B4-BE49-F238E27FC236}">
                  <a16:creationId xmlns:a16="http://schemas.microsoft.com/office/drawing/2014/main" id="{FB9EB2B4-CAA2-542A-D9E4-696545109DF1}"/>
                </a:ext>
              </a:extLst>
            </p:cNvPr>
            <p:cNvSpPr txBox="1"/>
            <p:nvPr/>
          </p:nvSpPr>
          <p:spPr>
            <a:xfrm>
              <a:off x="7182330" y="1992508"/>
              <a:ext cx="108123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100" dirty="0"/>
                <a:t>Requête</a:t>
              </a:r>
            </a:p>
          </p:txBody>
        </p:sp>
        <p:sp>
          <p:nvSpPr>
            <p:cNvPr id="52" name="ZoneTexte 51">
              <a:extLst>
                <a:ext uri="{FF2B5EF4-FFF2-40B4-BE49-F238E27FC236}">
                  <a16:creationId xmlns:a16="http://schemas.microsoft.com/office/drawing/2014/main" id="{53273E9A-2507-2682-F50B-445F164A01B9}"/>
                </a:ext>
              </a:extLst>
            </p:cNvPr>
            <p:cNvSpPr txBox="1"/>
            <p:nvPr/>
          </p:nvSpPr>
          <p:spPr>
            <a:xfrm>
              <a:off x="7247993" y="2930550"/>
              <a:ext cx="108123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100" dirty="0"/>
                <a:t>Réponse</a:t>
              </a:r>
            </a:p>
          </p:txBody>
        </p:sp>
      </p:grpSp>
      <p:pic>
        <p:nvPicPr>
          <p:cNvPr id="54" name="Graphique 53" descr="Écran avec un remplissage uni">
            <a:extLst>
              <a:ext uri="{FF2B5EF4-FFF2-40B4-BE49-F238E27FC236}">
                <a16:creationId xmlns:a16="http://schemas.microsoft.com/office/drawing/2014/main" id="{C220239C-F0A0-5791-177B-3B050DF21F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3103" y="3316662"/>
            <a:ext cx="1532106" cy="1532106"/>
          </a:xfrm>
          <a:prstGeom prst="rect">
            <a:avLst/>
          </a:prstGeom>
        </p:spPr>
      </p:pic>
      <p:pic>
        <p:nvPicPr>
          <p:cNvPr id="7174" name="Picture 6" descr="Streamlit Logo &amp; Brand Assets (SVG, PNG and vector) - Brandfetch">
            <a:extLst>
              <a:ext uri="{FF2B5EF4-FFF2-40B4-BE49-F238E27FC236}">
                <a16:creationId xmlns:a16="http://schemas.microsoft.com/office/drawing/2014/main" id="{7D4CA110-5015-B5E0-6A77-026962454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359" y="3685994"/>
            <a:ext cx="636451" cy="63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Graphique 56" descr="Engrenages avec un remplissage uni">
            <a:extLst>
              <a:ext uri="{FF2B5EF4-FFF2-40B4-BE49-F238E27FC236}">
                <a16:creationId xmlns:a16="http://schemas.microsoft.com/office/drawing/2014/main" id="{CC5F1E04-60F6-5521-6429-0B43286047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82152" y="3467984"/>
            <a:ext cx="1081238" cy="1081238"/>
          </a:xfrm>
          <a:prstGeom prst="rect">
            <a:avLst/>
          </a:prstGeom>
        </p:spPr>
      </p:pic>
      <p:pic>
        <p:nvPicPr>
          <p:cNvPr id="7178" name="Picture 10" descr="Concurrency &amp; async/await in FastAPI">
            <a:extLst>
              <a:ext uri="{FF2B5EF4-FFF2-40B4-BE49-F238E27FC236}">
                <a16:creationId xmlns:a16="http://schemas.microsoft.com/office/drawing/2014/main" id="{91132CAD-AB3A-2AE1-306C-D186472FB4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66" t="13489" r="23580" b="11726"/>
          <a:stretch/>
        </p:blipFill>
        <p:spPr bwMode="auto">
          <a:xfrm>
            <a:off x="5821749" y="3655654"/>
            <a:ext cx="930697" cy="847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9B9B450F-BDFA-11F6-E0E1-862303E28A71}"/>
              </a:ext>
            </a:extLst>
          </p:cNvPr>
          <p:cNvSpPr txBox="1"/>
          <p:nvPr/>
        </p:nvSpPr>
        <p:spPr>
          <a:xfrm>
            <a:off x="4482532" y="616601"/>
            <a:ext cx="33476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Exécution du Dashboard</a:t>
            </a:r>
          </a:p>
        </p:txBody>
      </p:sp>
      <p:sp>
        <p:nvSpPr>
          <p:cNvPr id="6" name="Titre 12">
            <a:extLst>
              <a:ext uri="{FF2B5EF4-FFF2-40B4-BE49-F238E27FC236}">
                <a16:creationId xmlns:a16="http://schemas.microsoft.com/office/drawing/2014/main" id="{986D1EEA-1065-F619-8779-963CD22D0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385763"/>
            <a:ext cx="10363200" cy="44767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2. </a:t>
            </a:r>
            <a:r>
              <a:rPr lang="fr-FR" sz="24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Dashboard</a:t>
            </a:r>
            <a:endParaRPr lang="fr-FR" sz="2400" dirty="0"/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EA9221D4-BFB9-7000-E607-83AF701122BD}"/>
              </a:ext>
            </a:extLst>
          </p:cNvPr>
          <p:cNvGrpSpPr/>
          <p:nvPr/>
        </p:nvGrpSpPr>
        <p:grpSpPr>
          <a:xfrm>
            <a:off x="557212" y="1193320"/>
            <a:ext cx="11077575" cy="4254980"/>
            <a:chOff x="557212" y="1193320"/>
            <a:chExt cx="11077575" cy="4254980"/>
          </a:xfrm>
        </p:grpSpPr>
        <p:pic>
          <p:nvPicPr>
            <p:cNvPr id="7" name="Picture 18" descr="Docker full logo transparent PNG - StickPNG">
              <a:extLst>
                <a:ext uri="{FF2B5EF4-FFF2-40B4-BE49-F238E27FC236}">
                  <a16:creationId xmlns:a16="http://schemas.microsoft.com/office/drawing/2014/main" id="{41099D65-D416-35F6-F862-E25605ACEF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1377" y="1193320"/>
              <a:ext cx="1169243" cy="11692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D2B929-5879-E30C-D520-0B3767B4769E}"/>
                </a:ext>
              </a:extLst>
            </p:cNvPr>
            <p:cNvSpPr/>
            <p:nvPr/>
          </p:nvSpPr>
          <p:spPr>
            <a:xfrm>
              <a:off x="557212" y="2250377"/>
              <a:ext cx="11077575" cy="3197923"/>
            </a:xfrm>
            <a:prstGeom prst="rect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10" name="ZoneTexte 9">
            <a:extLst>
              <a:ext uri="{FF2B5EF4-FFF2-40B4-BE49-F238E27FC236}">
                <a16:creationId xmlns:a16="http://schemas.microsoft.com/office/drawing/2014/main" id="{F37665D0-C2F7-2C4D-C49C-BB915F963F80}"/>
              </a:ext>
            </a:extLst>
          </p:cNvPr>
          <p:cNvSpPr txBox="1"/>
          <p:nvPr/>
        </p:nvSpPr>
        <p:spPr>
          <a:xfrm>
            <a:off x="1190625" y="5705475"/>
            <a:ext cx="91916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L’interface </a:t>
            </a:r>
            <a:r>
              <a:rPr lang="fr-FR" b="1" dirty="0" err="1"/>
              <a:t>Streamlit</a:t>
            </a:r>
            <a:r>
              <a:rPr lang="fr-FR" dirty="0"/>
              <a:t>, l’API </a:t>
            </a:r>
            <a:r>
              <a:rPr lang="fr-FR" b="1" dirty="0" err="1"/>
              <a:t>FastAPI</a:t>
            </a:r>
            <a:r>
              <a:rPr lang="fr-FR" dirty="0"/>
              <a:t> et le pipeline de </a:t>
            </a:r>
            <a:r>
              <a:rPr lang="fr-FR" b="1" dirty="0" err="1"/>
              <a:t>scoring</a:t>
            </a:r>
            <a:r>
              <a:rPr lang="fr-FR" dirty="0"/>
              <a:t> sont exécutés au sein d’un </a:t>
            </a:r>
            <a:r>
              <a:rPr lang="fr-FR" b="1" dirty="0"/>
              <a:t>conteneur</a:t>
            </a:r>
            <a:r>
              <a:rPr lang="fr-FR" dirty="0"/>
              <a:t> Docker, </a:t>
            </a:r>
            <a:r>
              <a:rPr lang="fr-FR" b="1" dirty="0"/>
              <a:t>garantissant la reproductibilité </a:t>
            </a:r>
            <a:r>
              <a:rPr lang="fr-FR" dirty="0"/>
              <a:t>de l’environnement entre le développement </a:t>
            </a:r>
            <a:r>
              <a:rPr lang="fr-FR" b="1" dirty="0"/>
              <a:t>local</a:t>
            </a:r>
            <a:r>
              <a:rPr lang="fr-FR" dirty="0"/>
              <a:t> et le déploiement sur le </a:t>
            </a:r>
            <a:r>
              <a:rPr lang="fr-FR" b="1" dirty="0"/>
              <a:t>cloud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85664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re 12">
            <a:extLst>
              <a:ext uri="{FF2B5EF4-FFF2-40B4-BE49-F238E27FC236}">
                <a16:creationId xmlns:a16="http://schemas.microsoft.com/office/drawing/2014/main" id="{2CCC604B-66BF-1EA3-96A1-D84F263A1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780" y="385458"/>
            <a:ext cx="10364451" cy="448283"/>
          </a:xfrm>
        </p:spPr>
        <p:txBody>
          <a:bodyPr>
            <a:normAutofit/>
          </a:bodyPr>
          <a:lstStyle/>
          <a:p>
            <a:r>
              <a:rPr lang="en-US" dirty="0"/>
              <a:t>2. </a:t>
            </a:r>
            <a:r>
              <a:rPr lang="fr-FR" dirty="0"/>
              <a:t>Dashboard</a:t>
            </a:r>
          </a:p>
        </p:txBody>
      </p:sp>
      <p:graphicFrame>
        <p:nvGraphicFramePr>
          <p:cNvPr id="27" name="Espace réservé du contenu 26">
            <a:extLst>
              <a:ext uri="{FF2B5EF4-FFF2-40B4-BE49-F238E27FC236}">
                <a16:creationId xmlns:a16="http://schemas.microsoft.com/office/drawing/2014/main" id="{59E8F0CF-E1B9-DB50-1104-DE7050E8AC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0220111"/>
              </p:ext>
            </p:extLst>
          </p:nvPr>
        </p:nvGraphicFramePr>
        <p:xfrm>
          <a:off x="142908" y="1704132"/>
          <a:ext cx="11906184" cy="42629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ZoneTexte 1">
            <a:extLst>
              <a:ext uri="{FF2B5EF4-FFF2-40B4-BE49-F238E27FC236}">
                <a16:creationId xmlns:a16="http://schemas.microsoft.com/office/drawing/2014/main" id="{10BAB09B-EFA4-62CF-EEA2-7FDD5B6ED813}"/>
              </a:ext>
            </a:extLst>
          </p:cNvPr>
          <p:cNvSpPr txBox="1"/>
          <p:nvPr/>
        </p:nvSpPr>
        <p:spPr>
          <a:xfrm>
            <a:off x="4422198" y="690832"/>
            <a:ext cx="33476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Plan d’architecture</a:t>
            </a:r>
          </a:p>
        </p:txBody>
      </p:sp>
    </p:spTree>
    <p:extLst>
      <p:ext uri="{BB962C8B-B14F-4D97-AF65-F5344CB8AC3E}">
        <p14:creationId xmlns:p14="http://schemas.microsoft.com/office/powerpoint/2010/main" val="3964623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re 12">
            <a:extLst>
              <a:ext uri="{FF2B5EF4-FFF2-40B4-BE49-F238E27FC236}">
                <a16:creationId xmlns:a16="http://schemas.microsoft.com/office/drawing/2014/main" id="{2CCC604B-66BF-1EA3-96A1-D84F263A1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2. </a:t>
            </a:r>
            <a:r>
              <a:rPr lang="fr-FR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Dashboard</a:t>
            </a:r>
            <a:endParaRPr lang="fr-FR" sz="2400" dirty="0"/>
          </a:p>
        </p:txBody>
      </p:sp>
      <p:graphicFrame>
        <p:nvGraphicFramePr>
          <p:cNvPr id="2" name="Espace réservé du contenu 1">
            <a:extLst>
              <a:ext uri="{FF2B5EF4-FFF2-40B4-BE49-F238E27FC236}">
                <a16:creationId xmlns:a16="http://schemas.microsoft.com/office/drawing/2014/main" id="{E77CAB3B-7D75-538F-A1DC-4168F3CE0C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0981600"/>
              </p:ext>
            </p:extLst>
          </p:nvPr>
        </p:nvGraphicFramePr>
        <p:xfrm>
          <a:off x="914400" y="1446119"/>
          <a:ext cx="10363200" cy="5133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41FD7FC0-1F83-D02A-7D85-FA75554656B0}"/>
              </a:ext>
            </a:extLst>
          </p:cNvPr>
          <p:cNvSpPr txBox="1"/>
          <p:nvPr/>
        </p:nvSpPr>
        <p:spPr>
          <a:xfrm>
            <a:off x="4422198" y="833741"/>
            <a:ext cx="33476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Les options</a:t>
            </a:r>
          </a:p>
        </p:txBody>
      </p:sp>
    </p:spTree>
    <p:extLst>
      <p:ext uri="{BB962C8B-B14F-4D97-AF65-F5344CB8AC3E}">
        <p14:creationId xmlns:p14="http://schemas.microsoft.com/office/powerpoint/2010/main" val="723962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re 12">
            <a:extLst>
              <a:ext uri="{FF2B5EF4-FFF2-40B4-BE49-F238E27FC236}">
                <a16:creationId xmlns:a16="http://schemas.microsoft.com/office/drawing/2014/main" id="{2CCC604B-66BF-1EA3-96A1-D84F263A1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2. </a:t>
            </a:r>
            <a:r>
              <a:rPr lang="fr-FR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Dashboard</a:t>
            </a:r>
            <a:endParaRPr lang="fr-FR" sz="2400" dirty="0"/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ECD4B59B-FBBA-9FEE-1673-7C1965BAAD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920857" y="1045152"/>
            <a:ext cx="4216751" cy="5275754"/>
          </a:xfrm>
        </p:spPr>
      </p:pic>
      <p:sp>
        <p:nvSpPr>
          <p:cNvPr id="6" name="Légende : encadrée 5">
            <a:extLst>
              <a:ext uri="{FF2B5EF4-FFF2-40B4-BE49-F238E27FC236}">
                <a16:creationId xmlns:a16="http://schemas.microsoft.com/office/drawing/2014/main" id="{72C8EDBD-6B0F-73F0-5C4C-6190E2D76D6A}"/>
              </a:ext>
            </a:extLst>
          </p:cNvPr>
          <p:cNvSpPr/>
          <p:nvPr/>
        </p:nvSpPr>
        <p:spPr>
          <a:xfrm>
            <a:off x="475130" y="2044000"/>
            <a:ext cx="1908000" cy="468000"/>
          </a:xfrm>
          <a:prstGeom prst="borderCallout1">
            <a:avLst>
              <a:gd name="adj1" fmla="val 46487"/>
              <a:gd name="adj2" fmla="val 100047"/>
              <a:gd name="adj3" fmla="val -71743"/>
              <a:gd name="adj4" fmla="val 337007"/>
            </a:avLst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Menu déroulant</a:t>
            </a:r>
          </a:p>
          <a:p>
            <a:pPr algn="ctr"/>
            <a:r>
              <a:rPr lang="fr-FR" sz="1400" dirty="0"/>
              <a:t>Choix de l’ID client</a:t>
            </a:r>
          </a:p>
        </p:txBody>
      </p:sp>
      <p:sp>
        <p:nvSpPr>
          <p:cNvPr id="7" name="Légende : encadrée 6">
            <a:extLst>
              <a:ext uri="{FF2B5EF4-FFF2-40B4-BE49-F238E27FC236}">
                <a16:creationId xmlns:a16="http://schemas.microsoft.com/office/drawing/2014/main" id="{D74EEB0C-861C-5AFF-1E73-97BCE32C1475}"/>
              </a:ext>
            </a:extLst>
          </p:cNvPr>
          <p:cNvSpPr/>
          <p:nvPr/>
        </p:nvSpPr>
        <p:spPr>
          <a:xfrm>
            <a:off x="475131" y="2980812"/>
            <a:ext cx="1908000" cy="468000"/>
          </a:xfrm>
          <a:prstGeom prst="borderCallout1">
            <a:avLst>
              <a:gd name="adj1" fmla="val 46487"/>
              <a:gd name="adj2" fmla="val 100047"/>
              <a:gd name="adj3" fmla="val -157826"/>
              <a:gd name="adj4" fmla="val 483205"/>
            </a:avLst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Situation du client par rapport au seuil</a:t>
            </a:r>
          </a:p>
        </p:txBody>
      </p:sp>
      <p:sp>
        <p:nvSpPr>
          <p:cNvPr id="8" name="Légende : encadrée 7">
            <a:extLst>
              <a:ext uri="{FF2B5EF4-FFF2-40B4-BE49-F238E27FC236}">
                <a16:creationId xmlns:a16="http://schemas.microsoft.com/office/drawing/2014/main" id="{46C151A4-62A4-EC9E-1205-BC9386843A1E}"/>
              </a:ext>
            </a:extLst>
          </p:cNvPr>
          <p:cNvSpPr/>
          <p:nvPr/>
        </p:nvSpPr>
        <p:spPr>
          <a:xfrm>
            <a:off x="475129" y="3751249"/>
            <a:ext cx="1908000" cy="468000"/>
          </a:xfrm>
          <a:prstGeom prst="borderCallout1">
            <a:avLst>
              <a:gd name="adj1" fmla="val 46487"/>
              <a:gd name="adj2" fmla="val 100047"/>
              <a:gd name="adj3" fmla="val -45179"/>
              <a:gd name="adj4" fmla="val 480261"/>
            </a:avLst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Seuil de décision</a:t>
            </a:r>
          </a:p>
        </p:txBody>
      </p:sp>
      <p:sp>
        <p:nvSpPr>
          <p:cNvPr id="9" name="Légende : encadrée 8">
            <a:extLst>
              <a:ext uri="{FF2B5EF4-FFF2-40B4-BE49-F238E27FC236}">
                <a16:creationId xmlns:a16="http://schemas.microsoft.com/office/drawing/2014/main" id="{03B6537F-CFDE-52D3-FB4E-850000BFC459}"/>
              </a:ext>
            </a:extLst>
          </p:cNvPr>
          <p:cNvSpPr/>
          <p:nvPr/>
        </p:nvSpPr>
        <p:spPr>
          <a:xfrm>
            <a:off x="475129" y="5993393"/>
            <a:ext cx="1908000" cy="468000"/>
          </a:xfrm>
          <a:prstGeom prst="borderCallout1">
            <a:avLst>
              <a:gd name="adj1" fmla="val 46487"/>
              <a:gd name="adj2" fmla="val 100047"/>
              <a:gd name="adj3" fmla="val -3095"/>
              <a:gd name="adj4" fmla="val 340128"/>
            </a:avLst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Affichage de la décision automatique</a:t>
            </a:r>
          </a:p>
        </p:txBody>
      </p:sp>
      <p:sp>
        <p:nvSpPr>
          <p:cNvPr id="10" name="Légende : encadrée 9">
            <a:extLst>
              <a:ext uri="{FF2B5EF4-FFF2-40B4-BE49-F238E27FC236}">
                <a16:creationId xmlns:a16="http://schemas.microsoft.com/office/drawing/2014/main" id="{F15C197F-603C-BC58-BA3D-603C07C3C9CA}"/>
              </a:ext>
            </a:extLst>
          </p:cNvPr>
          <p:cNvSpPr/>
          <p:nvPr/>
        </p:nvSpPr>
        <p:spPr>
          <a:xfrm>
            <a:off x="475129" y="4585454"/>
            <a:ext cx="1908000" cy="468000"/>
          </a:xfrm>
          <a:prstGeom prst="borderCallout1">
            <a:avLst>
              <a:gd name="adj1" fmla="val 46487"/>
              <a:gd name="adj2" fmla="val 100047"/>
              <a:gd name="adj3" fmla="val -103979"/>
              <a:gd name="adj4" fmla="val 383158"/>
            </a:avLst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Position du client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88AC4DD-2A2E-B099-3FEC-5C525F21C05C}"/>
              </a:ext>
            </a:extLst>
          </p:cNvPr>
          <p:cNvSpPr txBox="1"/>
          <p:nvPr/>
        </p:nvSpPr>
        <p:spPr>
          <a:xfrm>
            <a:off x="3895164" y="537094"/>
            <a:ext cx="44016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2000" kern="1200" dirty="0">
                <a:solidFill>
                  <a:srgbClr val="000000"/>
                </a:solidFill>
                <a:effectLst/>
                <a:latin typeface="Tw Cen MT" panose="020B06020201040206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fr-FR" sz="20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lection du client : score et décision </a:t>
            </a:r>
            <a:endParaRPr lang="fr-FR" sz="2000" dirty="0"/>
          </a:p>
        </p:txBody>
      </p:sp>
      <p:sp>
        <p:nvSpPr>
          <p:cNvPr id="12" name="Légende : encadrée 11">
            <a:extLst>
              <a:ext uri="{FF2B5EF4-FFF2-40B4-BE49-F238E27FC236}">
                <a16:creationId xmlns:a16="http://schemas.microsoft.com/office/drawing/2014/main" id="{34E0B5D4-A5FF-ACFE-EEC7-EB2155CDF595}"/>
              </a:ext>
            </a:extLst>
          </p:cNvPr>
          <p:cNvSpPr/>
          <p:nvPr/>
        </p:nvSpPr>
        <p:spPr>
          <a:xfrm>
            <a:off x="475129" y="1209795"/>
            <a:ext cx="1908000" cy="468000"/>
          </a:xfrm>
          <a:prstGeom prst="borderCallout1">
            <a:avLst>
              <a:gd name="adj1" fmla="val 46487"/>
              <a:gd name="adj2" fmla="val 100047"/>
              <a:gd name="adj3" fmla="val -2427"/>
              <a:gd name="adj4" fmla="val 335280"/>
            </a:avLst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Titre du </a:t>
            </a:r>
            <a:r>
              <a:rPr lang="fr-FR" sz="1400" dirty="0" err="1"/>
              <a:t>dashboard</a:t>
            </a:r>
            <a:endParaRPr lang="fr-FR" sz="1400" dirty="0"/>
          </a:p>
        </p:txBody>
      </p:sp>
      <p:sp>
        <p:nvSpPr>
          <p:cNvPr id="2" name="Légende : encadrée 1">
            <a:extLst>
              <a:ext uri="{FF2B5EF4-FFF2-40B4-BE49-F238E27FC236}">
                <a16:creationId xmlns:a16="http://schemas.microsoft.com/office/drawing/2014/main" id="{C5D1A3CF-A6A5-F161-A905-AFC2184B80B0}"/>
              </a:ext>
            </a:extLst>
          </p:cNvPr>
          <p:cNvSpPr/>
          <p:nvPr/>
        </p:nvSpPr>
        <p:spPr>
          <a:xfrm>
            <a:off x="475129" y="5224498"/>
            <a:ext cx="1908000" cy="468000"/>
          </a:xfrm>
          <a:prstGeom prst="borderCallout1">
            <a:avLst>
              <a:gd name="adj1" fmla="val 46487"/>
              <a:gd name="adj2" fmla="val 100047"/>
              <a:gd name="adj3" fmla="val -147629"/>
              <a:gd name="adj4" fmla="val 418847"/>
            </a:avLst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Score du client</a:t>
            </a:r>
          </a:p>
        </p:txBody>
      </p:sp>
    </p:spTree>
    <p:extLst>
      <p:ext uri="{BB962C8B-B14F-4D97-AF65-F5344CB8AC3E}">
        <p14:creationId xmlns:p14="http://schemas.microsoft.com/office/powerpoint/2010/main" val="946607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re 12">
            <a:extLst>
              <a:ext uri="{FF2B5EF4-FFF2-40B4-BE49-F238E27FC236}">
                <a16:creationId xmlns:a16="http://schemas.microsoft.com/office/drawing/2014/main" id="{2CCC604B-66BF-1EA3-96A1-D84F263A1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2. </a:t>
            </a:r>
            <a:r>
              <a:rPr lang="fr-FR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Dashboard</a:t>
            </a:r>
            <a:endParaRPr lang="fr-FR" sz="2400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FB48D220-87CC-88D1-3B57-76D3339D9C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78" b="5621"/>
          <a:stretch/>
        </p:blipFill>
        <p:spPr>
          <a:xfrm>
            <a:off x="6540758" y="737119"/>
            <a:ext cx="5505565" cy="5634788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FE9924C1-6660-1E06-78BB-EE17AC7AD98B}"/>
              </a:ext>
            </a:extLst>
          </p:cNvPr>
          <p:cNvSpPr txBox="1"/>
          <p:nvPr/>
        </p:nvSpPr>
        <p:spPr>
          <a:xfrm>
            <a:off x="1126223" y="4034530"/>
            <a:ext cx="4095610" cy="19229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74676" tIns="74676" rIns="99568" bIns="112014" numCol="1" spcCol="1270" anchor="t" anchorCtr="0">
            <a:noAutofit/>
          </a:bodyPr>
          <a:lstStyle/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fr-FR" sz="1400" kern="1200" dirty="0"/>
              <a:t>Les 20 variables qui contribuent le plus à augmenter ou diminuer le score</a:t>
            </a:r>
          </a:p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fr-FR" sz="1400" kern="1200" dirty="0"/>
              <a:t>Leurs valeurs</a:t>
            </a:r>
          </a:p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fr-FR" sz="1400" kern="1200" dirty="0"/>
              <a:t>Contribution dans la décision</a:t>
            </a:r>
          </a:p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fr-FR" sz="1400" kern="1200" dirty="0"/>
          </a:p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fr-FR" sz="1400" kern="1200" dirty="0"/>
          </a:p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fr-FR" sz="1400" kern="1200" dirty="0"/>
          </a:p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fr-FR" sz="1400" b="1" kern="1200" dirty="0"/>
              <a:t>Comprendre le score, justifier la décision</a:t>
            </a:r>
            <a:endParaRPr lang="fr-FR" sz="1400" kern="1200" dirty="0"/>
          </a:p>
        </p:txBody>
      </p:sp>
      <p:sp>
        <p:nvSpPr>
          <p:cNvPr id="19" name="Légende : encadrée 18">
            <a:extLst>
              <a:ext uri="{FF2B5EF4-FFF2-40B4-BE49-F238E27FC236}">
                <a16:creationId xmlns:a16="http://schemas.microsoft.com/office/drawing/2014/main" id="{DFFA8EFC-64B7-15F2-5737-8C2D8CACC333}"/>
              </a:ext>
            </a:extLst>
          </p:cNvPr>
          <p:cNvSpPr/>
          <p:nvPr/>
        </p:nvSpPr>
        <p:spPr>
          <a:xfrm>
            <a:off x="389106" y="1434353"/>
            <a:ext cx="2094117" cy="838200"/>
          </a:xfrm>
          <a:prstGeom prst="borderCallout1">
            <a:avLst>
              <a:gd name="adj1" fmla="val 46487"/>
              <a:gd name="adj2" fmla="val 100047"/>
              <a:gd name="adj3" fmla="val -42059"/>
              <a:gd name="adj4" fmla="val 301561"/>
            </a:avLst>
          </a:prstGeom>
          <a:ln w="952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Bouton :</a:t>
            </a:r>
          </a:p>
          <a:p>
            <a:pPr algn="ctr"/>
            <a:r>
              <a:rPr lang="fr-FR" sz="1400" dirty="0"/>
              <a:t>Déclenche l’affichage du </a:t>
            </a:r>
            <a:r>
              <a:rPr lang="fr-FR" sz="1400" dirty="0" err="1"/>
              <a:t>watterfall</a:t>
            </a:r>
            <a:r>
              <a:rPr lang="fr-FR" sz="1400" dirty="0"/>
              <a:t> client (top 20)  </a:t>
            </a:r>
          </a:p>
        </p:txBody>
      </p:sp>
      <p:sp>
        <p:nvSpPr>
          <p:cNvPr id="2" name="Légende : encadrée 1">
            <a:extLst>
              <a:ext uri="{FF2B5EF4-FFF2-40B4-BE49-F238E27FC236}">
                <a16:creationId xmlns:a16="http://schemas.microsoft.com/office/drawing/2014/main" id="{7EB940FC-4A84-CA89-144D-7104C9A50110}"/>
              </a:ext>
            </a:extLst>
          </p:cNvPr>
          <p:cNvSpPr/>
          <p:nvPr/>
        </p:nvSpPr>
        <p:spPr>
          <a:xfrm>
            <a:off x="389106" y="2385851"/>
            <a:ext cx="2094117" cy="269800"/>
          </a:xfrm>
          <a:prstGeom prst="borderCallout1">
            <a:avLst>
              <a:gd name="adj1" fmla="val 46487"/>
              <a:gd name="adj2" fmla="val 100047"/>
              <a:gd name="adj3" fmla="val -216317"/>
              <a:gd name="adj4" fmla="val 307382"/>
            </a:avLst>
          </a:prstGeom>
          <a:ln w="952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légende</a:t>
            </a:r>
          </a:p>
        </p:txBody>
      </p:sp>
      <p:sp>
        <p:nvSpPr>
          <p:cNvPr id="3" name="Légende : encadrée 2">
            <a:extLst>
              <a:ext uri="{FF2B5EF4-FFF2-40B4-BE49-F238E27FC236}">
                <a16:creationId xmlns:a16="http://schemas.microsoft.com/office/drawing/2014/main" id="{FDA0104A-6225-F479-5871-56370073541E}"/>
              </a:ext>
            </a:extLst>
          </p:cNvPr>
          <p:cNvSpPr/>
          <p:nvPr/>
        </p:nvSpPr>
        <p:spPr>
          <a:xfrm>
            <a:off x="389105" y="2768949"/>
            <a:ext cx="2094117" cy="269800"/>
          </a:xfrm>
          <a:prstGeom prst="borderCallout1">
            <a:avLst>
              <a:gd name="adj1" fmla="val 46487"/>
              <a:gd name="adj2" fmla="val 100047"/>
              <a:gd name="adj3" fmla="val 27827"/>
              <a:gd name="adj4" fmla="val 326428"/>
            </a:avLst>
          </a:prstGeom>
          <a:ln w="952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Valeur de la variable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7080C97-96B0-6283-8E52-A9D62B999CF2}"/>
              </a:ext>
            </a:extLst>
          </p:cNvPr>
          <p:cNvSpPr txBox="1"/>
          <p:nvPr/>
        </p:nvSpPr>
        <p:spPr>
          <a:xfrm>
            <a:off x="2663394" y="609599"/>
            <a:ext cx="2642416" cy="400110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Influence des variables</a:t>
            </a:r>
          </a:p>
        </p:txBody>
      </p:sp>
    </p:spTree>
    <p:extLst>
      <p:ext uri="{BB962C8B-B14F-4D97-AF65-F5344CB8AC3E}">
        <p14:creationId xmlns:p14="http://schemas.microsoft.com/office/powerpoint/2010/main" val="3299800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re 12">
            <a:extLst>
              <a:ext uri="{FF2B5EF4-FFF2-40B4-BE49-F238E27FC236}">
                <a16:creationId xmlns:a16="http://schemas.microsoft.com/office/drawing/2014/main" id="{2CCC604B-66BF-1EA3-96A1-D84F263A1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2. </a:t>
            </a:r>
            <a:r>
              <a:rPr lang="fr-FR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Dashboard</a:t>
            </a:r>
            <a:endParaRPr lang="fr-FR" sz="2400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580C03E6-10D0-5979-7DA1-29E8096C55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7459"/>
          <a:stretch/>
        </p:blipFill>
        <p:spPr>
          <a:xfrm>
            <a:off x="5858005" y="998376"/>
            <a:ext cx="6127818" cy="4823074"/>
          </a:xfr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345155B5-488E-2213-6DA8-D80FCD8BBA14}"/>
              </a:ext>
            </a:extLst>
          </p:cNvPr>
          <p:cNvSpPr txBox="1"/>
          <p:nvPr/>
        </p:nvSpPr>
        <p:spPr>
          <a:xfrm>
            <a:off x="582707" y="1766047"/>
            <a:ext cx="475129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>
                <a:solidFill>
                  <a:schemeClr val="dk1"/>
                </a:solidFill>
              </a:rPr>
              <a:t>Analyse des 10 variables qui influencent le plus le score du client</a:t>
            </a:r>
          </a:p>
          <a:p>
            <a:pPr marL="285750" indent="-285750">
              <a:buFontTx/>
              <a:buChar char="-"/>
            </a:pPr>
            <a:endParaRPr lang="fr-FR" dirty="0">
              <a:solidFill>
                <a:schemeClr val="dk1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chemeClr val="dk1"/>
                </a:solidFill>
              </a:rPr>
              <a:t>Comparaison avec l’importance globale dans le modèle.</a:t>
            </a:r>
          </a:p>
          <a:p>
            <a:pPr marL="285750" indent="-285750">
              <a:buFontTx/>
              <a:buChar char="-"/>
            </a:pPr>
            <a:endParaRPr lang="fr-FR" dirty="0">
              <a:solidFill>
                <a:schemeClr val="dk1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chemeClr val="dk1"/>
                </a:solidFill>
              </a:rPr>
              <a:t>L’utilisateur identifie si ces variables sont spécifiques au client ou structurellement importantes.</a:t>
            </a:r>
          </a:p>
          <a:p>
            <a:pPr marL="285750" indent="-285750">
              <a:buFontTx/>
              <a:buChar char="-"/>
            </a:pPr>
            <a:endParaRPr lang="fr-F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endParaRPr lang="fr-F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dk1"/>
                </a:solidFill>
              </a:rPr>
              <a:t>Objectif : </a:t>
            </a:r>
          </a:p>
          <a:p>
            <a:r>
              <a:rPr lang="fr-FR" b="1" dirty="0">
                <a:solidFill>
                  <a:schemeClr val="dk1"/>
                </a:solidFill>
              </a:rPr>
              <a:t>Contextualiser les caractéristiques du client.</a:t>
            </a:r>
          </a:p>
          <a:p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7DDD6D0-C0D2-FC9C-7132-AB07F8A79CE1}"/>
              </a:ext>
            </a:extLst>
          </p:cNvPr>
          <p:cNvSpPr txBox="1"/>
          <p:nvPr/>
        </p:nvSpPr>
        <p:spPr>
          <a:xfrm>
            <a:off x="2623176" y="1011023"/>
            <a:ext cx="2601967" cy="400110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solidFill>
                  <a:schemeClr val="dk1"/>
                </a:solidFill>
              </a:rPr>
              <a:t>Analyse des variables</a:t>
            </a:r>
          </a:p>
        </p:txBody>
      </p:sp>
    </p:spTree>
    <p:extLst>
      <p:ext uri="{BB962C8B-B14F-4D97-AF65-F5344CB8AC3E}">
        <p14:creationId xmlns:p14="http://schemas.microsoft.com/office/powerpoint/2010/main" val="4068076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re 12">
            <a:extLst>
              <a:ext uri="{FF2B5EF4-FFF2-40B4-BE49-F238E27FC236}">
                <a16:creationId xmlns:a16="http://schemas.microsoft.com/office/drawing/2014/main" id="{2CCC604B-66BF-1EA3-96A1-D84F263A1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2. </a:t>
            </a:r>
            <a:r>
              <a:rPr lang="fr-FR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Dashboard</a:t>
            </a:r>
            <a:endParaRPr lang="fr-FR" sz="2400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EB423F47-3207-B3DD-78F0-F2F4F94E70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58532" y="201707"/>
            <a:ext cx="5733468" cy="6454586"/>
          </a:xfr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69D77925-4478-8193-0ABB-A81E16C6C83D}"/>
              </a:ext>
            </a:extLst>
          </p:cNvPr>
          <p:cNvSpPr txBox="1"/>
          <p:nvPr/>
        </p:nvSpPr>
        <p:spPr>
          <a:xfrm>
            <a:off x="873004" y="2214282"/>
            <a:ext cx="365417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dk1"/>
                </a:solidFill>
              </a:rPr>
              <a:t>Sélection d’une variable parmi les variables importantes globalement ou importantes pour ce client.</a:t>
            </a:r>
          </a:p>
          <a:p>
            <a:endParaRPr lang="fr-FR" dirty="0">
              <a:solidFill>
                <a:schemeClr val="dk1"/>
              </a:solidFill>
            </a:endParaRPr>
          </a:p>
          <a:p>
            <a:r>
              <a:rPr lang="fr-FR" dirty="0">
                <a:solidFill>
                  <a:schemeClr val="dk1"/>
                </a:solidFill>
              </a:rPr>
              <a:t>- Affichage de la valeur du client et sa position par rapport à la distribution globale</a:t>
            </a:r>
          </a:p>
        </p:txBody>
      </p:sp>
      <p:sp>
        <p:nvSpPr>
          <p:cNvPr id="3" name="Légende : encadrée 2">
            <a:extLst>
              <a:ext uri="{FF2B5EF4-FFF2-40B4-BE49-F238E27FC236}">
                <a16:creationId xmlns:a16="http://schemas.microsoft.com/office/drawing/2014/main" id="{68E8E8A9-E373-87E5-E1BB-A26E36F27F9E}"/>
              </a:ext>
            </a:extLst>
          </p:cNvPr>
          <p:cNvSpPr/>
          <p:nvPr/>
        </p:nvSpPr>
        <p:spPr>
          <a:xfrm>
            <a:off x="1294345" y="5136777"/>
            <a:ext cx="1932949" cy="416858"/>
          </a:xfrm>
          <a:prstGeom prst="borderCallout1">
            <a:avLst>
              <a:gd name="adj1" fmla="val 46487"/>
              <a:gd name="adj2" fmla="val 100047"/>
              <a:gd name="adj3" fmla="val -253458"/>
              <a:gd name="adj4" fmla="val 538289"/>
            </a:avLst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Position du client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2A08C82-A121-6183-0AB7-F46A145EF416}"/>
              </a:ext>
            </a:extLst>
          </p:cNvPr>
          <p:cNvSpPr txBox="1"/>
          <p:nvPr/>
        </p:nvSpPr>
        <p:spPr>
          <a:xfrm>
            <a:off x="2049636" y="1079271"/>
            <a:ext cx="3014185" cy="400110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solidFill>
                  <a:schemeClr val="dk1"/>
                </a:solidFill>
              </a:rPr>
              <a:t>Valeur d’une variable</a:t>
            </a:r>
          </a:p>
        </p:txBody>
      </p:sp>
    </p:spTree>
    <p:extLst>
      <p:ext uri="{BB962C8B-B14F-4D97-AF65-F5344CB8AC3E}">
        <p14:creationId xmlns:p14="http://schemas.microsoft.com/office/powerpoint/2010/main" val="169989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re 12">
            <a:extLst>
              <a:ext uri="{FF2B5EF4-FFF2-40B4-BE49-F238E27FC236}">
                <a16:creationId xmlns:a16="http://schemas.microsoft.com/office/drawing/2014/main" id="{2CCC604B-66BF-1EA3-96A1-D84F263A1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2. </a:t>
            </a:r>
            <a:r>
              <a:rPr lang="fr-FR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Dashboard</a:t>
            </a:r>
            <a:endParaRPr lang="fr-FR" sz="2400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6135EE5-8F3B-088A-B818-38527F32BDD9}"/>
              </a:ext>
            </a:extLst>
          </p:cNvPr>
          <p:cNvSpPr txBox="1"/>
          <p:nvPr/>
        </p:nvSpPr>
        <p:spPr>
          <a:xfrm>
            <a:off x="990170" y="2151727"/>
            <a:ext cx="486783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1600" dirty="0">
              <a:solidFill>
                <a:schemeClr val="dk1"/>
              </a:solidFill>
            </a:endParaRPr>
          </a:p>
          <a:p>
            <a:r>
              <a:rPr lang="fr-FR" sz="1600" dirty="0">
                <a:solidFill>
                  <a:schemeClr val="dk1"/>
                </a:solidFill>
              </a:rPr>
              <a:t>Calcule du score simulé et affichage du</a:t>
            </a:r>
          </a:p>
          <a:p>
            <a:pPr marL="285750" indent="-285750">
              <a:buFontTx/>
              <a:buChar char="-"/>
            </a:pPr>
            <a:r>
              <a:rPr lang="fr-FR" sz="1600" dirty="0">
                <a:solidFill>
                  <a:schemeClr val="dk1"/>
                </a:solidFill>
              </a:rPr>
              <a:t>score initial</a:t>
            </a:r>
          </a:p>
          <a:p>
            <a:pPr marL="285750" indent="-285750">
              <a:buFontTx/>
              <a:buChar char="-"/>
            </a:pPr>
            <a:r>
              <a:rPr lang="fr-FR" sz="1600" dirty="0">
                <a:solidFill>
                  <a:schemeClr val="dk1"/>
                </a:solidFill>
              </a:rPr>
              <a:t>score simulé</a:t>
            </a:r>
          </a:p>
          <a:p>
            <a:pPr marL="285750" indent="-285750">
              <a:buFontTx/>
              <a:buChar char="-"/>
            </a:pPr>
            <a:r>
              <a:rPr lang="fr-FR" sz="1600" dirty="0">
                <a:solidFill>
                  <a:schemeClr val="dk1"/>
                </a:solidFill>
              </a:rPr>
              <a:t>évolution du risque</a:t>
            </a:r>
          </a:p>
          <a:p>
            <a:pPr marL="285750" indent="-285750">
              <a:buFontTx/>
              <a:buChar char="-"/>
            </a:pPr>
            <a:r>
              <a:rPr lang="fr-FR" sz="1600" dirty="0">
                <a:solidFill>
                  <a:schemeClr val="dk1"/>
                </a:solidFill>
              </a:rPr>
              <a:t>impact éventuel sur la décision</a:t>
            </a:r>
          </a:p>
          <a:p>
            <a:pPr marL="285750" indent="-285750">
              <a:buFontTx/>
              <a:buChar char="-"/>
            </a:pPr>
            <a:endParaRPr lang="fr-FR" sz="1600" dirty="0">
              <a:solidFill>
                <a:schemeClr val="dk1"/>
              </a:solidFill>
            </a:endParaRPr>
          </a:p>
          <a:p>
            <a:r>
              <a:rPr lang="fr-FR" sz="1600" b="1" dirty="0">
                <a:solidFill>
                  <a:schemeClr val="dk1"/>
                </a:solidFill>
              </a:rPr>
              <a:t>Objectif : </a:t>
            </a:r>
          </a:p>
          <a:p>
            <a:r>
              <a:rPr lang="fr-FR" sz="1600" b="1" dirty="0">
                <a:solidFill>
                  <a:schemeClr val="dk1"/>
                </a:solidFill>
              </a:rPr>
              <a:t>Tester des scénarios et comprendre quels leviers peuvent améliorer la situation du client.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9657F008-8DF1-9ACE-E3F6-98B766D27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0845" y="118206"/>
            <a:ext cx="3880495" cy="6600841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1178F4AC-C20D-BDF0-1830-1EE666AC73AD}"/>
              </a:ext>
            </a:extLst>
          </p:cNvPr>
          <p:cNvSpPr txBox="1"/>
          <p:nvPr/>
        </p:nvSpPr>
        <p:spPr>
          <a:xfrm>
            <a:off x="2193967" y="1216296"/>
            <a:ext cx="4459156" cy="400110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dk1"/>
                </a:solidFill>
              </a:rPr>
              <a:t>Modification de la valeur d’une variable.</a:t>
            </a:r>
          </a:p>
        </p:txBody>
      </p:sp>
    </p:spTree>
    <p:extLst>
      <p:ext uri="{BB962C8B-B14F-4D97-AF65-F5344CB8AC3E}">
        <p14:creationId xmlns:p14="http://schemas.microsoft.com/office/powerpoint/2010/main" val="359774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2">
            <a:extLst>
              <a:ext uri="{FF2B5EF4-FFF2-40B4-BE49-F238E27FC236}">
                <a16:creationId xmlns:a16="http://schemas.microsoft.com/office/drawing/2014/main" id="{E9BBACFB-B999-10A4-C8ED-267E9D9E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385763"/>
            <a:ext cx="10363200" cy="44767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3. </a:t>
            </a:r>
            <a:r>
              <a:rPr lang="fr-FR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Veille technique</a:t>
            </a:r>
            <a:endParaRPr lang="fr-FR" sz="24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A4106A9-4A13-2369-6850-D5CA2B01807F}"/>
              </a:ext>
            </a:extLst>
          </p:cNvPr>
          <p:cNvSpPr txBox="1"/>
          <p:nvPr/>
        </p:nvSpPr>
        <p:spPr>
          <a:xfrm>
            <a:off x="3236259" y="771795"/>
            <a:ext cx="5719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/>
              <a:t>Vision Transformers </a:t>
            </a:r>
          </a:p>
        </p:txBody>
      </p:sp>
      <p:sp>
        <p:nvSpPr>
          <p:cNvPr id="20" name="Espace réservé du contenu 19">
            <a:extLst>
              <a:ext uri="{FF2B5EF4-FFF2-40B4-BE49-F238E27FC236}">
                <a16:creationId xmlns:a16="http://schemas.microsoft.com/office/drawing/2014/main" id="{DC4A47B6-8915-0F7A-5F49-9F8FECBDD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03" y="1368719"/>
            <a:ext cx="10364452" cy="521380"/>
          </a:xfrm>
        </p:spPr>
        <p:txBody>
          <a:bodyPr/>
          <a:lstStyle/>
          <a:p>
            <a:r>
              <a:rPr lang="fr-FR" dirty="0"/>
              <a:t>Exemple de classification supervisée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B576BF4-00F7-BBA3-158D-9E6C8454A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0175" y="1830296"/>
            <a:ext cx="4429743" cy="1781424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6D301CA-C903-7100-3EE7-3F3A70C72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0175" y="4348777"/>
            <a:ext cx="3291131" cy="2069205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E2C4F615-87CF-2644-26D3-CAC9DF1BEDB2}"/>
              </a:ext>
            </a:extLst>
          </p:cNvPr>
          <p:cNvSpPr txBox="1"/>
          <p:nvPr/>
        </p:nvSpPr>
        <p:spPr>
          <a:xfrm>
            <a:off x="8797388" y="3796354"/>
            <a:ext cx="1803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VS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05A09E4-7EAF-31BC-9D12-C434F85F2E05}"/>
              </a:ext>
            </a:extLst>
          </p:cNvPr>
          <p:cNvSpPr txBox="1"/>
          <p:nvPr/>
        </p:nvSpPr>
        <p:spPr>
          <a:xfrm>
            <a:off x="5099228" y="5274737"/>
            <a:ext cx="662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CNN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3852D76-E5F7-278C-78DA-920BC03AE409}"/>
              </a:ext>
            </a:extLst>
          </p:cNvPr>
          <p:cNvSpPr txBox="1"/>
          <p:nvPr/>
        </p:nvSpPr>
        <p:spPr>
          <a:xfrm>
            <a:off x="4072860" y="2351676"/>
            <a:ext cx="3377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VISION TRANSFORMERS</a:t>
            </a:r>
          </a:p>
        </p:txBody>
      </p:sp>
    </p:spTree>
    <p:extLst>
      <p:ext uri="{BB962C8B-B14F-4D97-AF65-F5344CB8AC3E}">
        <p14:creationId xmlns:p14="http://schemas.microsoft.com/office/powerpoint/2010/main" val="355569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2">
            <a:extLst>
              <a:ext uri="{FF2B5EF4-FFF2-40B4-BE49-F238E27FC236}">
                <a16:creationId xmlns:a16="http://schemas.microsoft.com/office/drawing/2014/main" id="{E9BBACFB-B999-10A4-C8ED-267E9D9E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385763"/>
            <a:ext cx="10363200" cy="44767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3. </a:t>
            </a:r>
            <a:r>
              <a:rPr lang="fr-FR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Veille technique</a:t>
            </a:r>
            <a:endParaRPr lang="fr-FR" sz="24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A4106A9-4A13-2369-6850-D5CA2B01807F}"/>
              </a:ext>
            </a:extLst>
          </p:cNvPr>
          <p:cNvSpPr txBox="1"/>
          <p:nvPr/>
        </p:nvSpPr>
        <p:spPr>
          <a:xfrm>
            <a:off x="4285130" y="464106"/>
            <a:ext cx="5719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/>
              <a:t>Vision Transformers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E115591-AD7A-912E-C5E2-E69792C31637}"/>
              </a:ext>
            </a:extLst>
          </p:cNvPr>
          <p:cNvSpPr txBox="1"/>
          <p:nvPr/>
        </p:nvSpPr>
        <p:spPr>
          <a:xfrm>
            <a:off x="150166" y="2551837"/>
            <a:ext cx="461777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0" i="0" dirty="0">
                <a:solidFill>
                  <a:srgbClr val="45464B"/>
                </a:solidFill>
                <a:effectLst/>
                <a:latin typeface="Mulish"/>
              </a:rPr>
              <a:t>Les </a:t>
            </a:r>
            <a:r>
              <a:rPr lang="fr-FR" sz="1400" b="1" dirty="0">
                <a:solidFill>
                  <a:srgbClr val="45464B"/>
                </a:solidFill>
                <a:latin typeface="Mulish"/>
              </a:rPr>
              <a:t>T</a:t>
            </a:r>
            <a:r>
              <a:rPr lang="fr-FR" sz="1400" b="1" i="0" dirty="0">
                <a:solidFill>
                  <a:srgbClr val="45464B"/>
                </a:solidFill>
                <a:effectLst/>
                <a:latin typeface="Mulish"/>
              </a:rPr>
              <a:t>ransformers</a:t>
            </a:r>
            <a:r>
              <a:rPr lang="fr-FR" sz="1400" b="0" i="0" dirty="0">
                <a:solidFill>
                  <a:srgbClr val="45464B"/>
                </a:solidFill>
                <a:effectLst/>
                <a:latin typeface="Mulish"/>
              </a:rPr>
              <a:t> sont une architecture de </a:t>
            </a:r>
            <a:r>
              <a:rPr lang="fr-FR" sz="1400" b="1" i="0" dirty="0">
                <a:solidFill>
                  <a:srgbClr val="45464B"/>
                </a:solidFill>
                <a:effectLst/>
                <a:latin typeface="Mulish"/>
              </a:rPr>
              <a:t>réseaux</a:t>
            </a:r>
            <a:r>
              <a:rPr lang="fr-FR" sz="1400" b="0" i="0" dirty="0">
                <a:solidFill>
                  <a:srgbClr val="45464B"/>
                </a:solidFill>
                <a:effectLst/>
                <a:latin typeface="Mulish"/>
              </a:rPr>
              <a:t> </a:t>
            </a:r>
            <a:r>
              <a:rPr lang="fr-FR" sz="1400" b="1" i="0" dirty="0">
                <a:solidFill>
                  <a:srgbClr val="45464B"/>
                </a:solidFill>
                <a:effectLst/>
                <a:latin typeface="Mulish"/>
              </a:rPr>
              <a:t>de</a:t>
            </a:r>
            <a:r>
              <a:rPr lang="fr-FR" sz="1400" b="0" i="0" dirty="0">
                <a:solidFill>
                  <a:srgbClr val="45464B"/>
                </a:solidFill>
                <a:effectLst/>
                <a:latin typeface="Mulish"/>
              </a:rPr>
              <a:t> </a:t>
            </a:r>
            <a:r>
              <a:rPr lang="fr-FR" sz="1400" b="1" i="0" dirty="0">
                <a:solidFill>
                  <a:srgbClr val="45464B"/>
                </a:solidFill>
                <a:effectLst/>
                <a:latin typeface="Mulish"/>
              </a:rPr>
              <a:t>neurones</a:t>
            </a:r>
            <a:r>
              <a:rPr lang="fr-FR" sz="1400" b="0" i="0" dirty="0">
                <a:solidFill>
                  <a:srgbClr val="45464B"/>
                </a:solidFill>
                <a:effectLst/>
                <a:latin typeface="Mulish"/>
              </a:rPr>
              <a:t> proposés par des chercheurs de Google en collaboration avec l’université de Toronto. Ils sont principalement utilisés dans le domaine du traitement automatique des langues (traduction, génération de texte…)</a:t>
            </a:r>
          </a:p>
          <a:p>
            <a:endParaRPr lang="fr-FR" sz="1400" b="0" i="0" dirty="0">
              <a:solidFill>
                <a:srgbClr val="45464B"/>
              </a:solidFill>
              <a:effectLst/>
              <a:latin typeface="Mulish"/>
            </a:endParaRPr>
          </a:p>
          <a:p>
            <a:r>
              <a:rPr lang="fr-FR" sz="1400" b="0" i="0" dirty="0">
                <a:solidFill>
                  <a:srgbClr val="404654"/>
                </a:solidFill>
                <a:effectLst/>
                <a:latin typeface="BlinkMacSystemFont"/>
              </a:rPr>
              <a:t>Leur force réside dans leur capacité à </a:t>
            </a:r>
            <a:r>
              <a:rPr lang="fr-FR" sz="1400" b="1" i="0" dirty="0">
                <a:solidFill>
                  <a:srgbClr val="404654"/>
                </a:solidFill>
                <a:effectLst/>
                <a:latin typeface="BlinkMacSystemFont"/>
              </a:rPr>
              <a:t>pondérer l’importance</a:t>
            </a:r>
            <a:r>
              <a:rPr lang="fr-FR" sz="1400" b="0" i="0" dirty="0">
                <a:solidFill>
                  <a:srgbClr val="404654"/>
                </a:solidFill>
                <a:effectLst/>
                <a:latin typeface="BlinkMacSystemFont"/>
              </a:rPr>
              <a:t> (mécanisme d’attention) de chaque terme de la séquence et à être </a:t>
            </a:r>
            <a:r>
              <a:rPr lang="fr-FR" sz="1400" b="1" i="0" dirty="0">
                <a:solidFill>
                  <a:srgbClr val="404654"/>
                </a:solidFill>
                <a:effectLst/>
                <a:latin typeface="BlinkMacSystemFont"/>
              </a:rPr>
              <a:t>fortement </a:t>
            </a:r>
            <a:r>
              <a:rPr lang="fr-FR" sz="1400" b="1" i="0" dirty="0" err="1">
                <a:solidFill>
                  <a:srgbClr val="404654"/>
                </a:solidFill>
                <a:effectLst/>
                <a:latin typeface="BlinkMacSystemFont"/>
              </a:rPr>
              <a:t>parallélisables</a:t>
            </a:r>
            <a:r>
              <a:rPr lang="fr-FR" sz="1400" b="0" i="0" dirty="0">
                <a:solidFill>
                  <a:srgbClr val="404654"/>
                </a:solidFill>
                <a:effectLst/>
                <a:latin typeface="BlinkMacSystemFont"/>
              </a:rPr>
              <a:t>.</a:t>
            </a:r>
            <a:endParaRPr lang="fr-FR" sz="1400" dirty="0">
              <a:solidFill>
                <a:srgbClr val="45464B"/>
              </a:solidFill>
              <a:latin typeface="Mulish"/>
            </a:endParaRPr>
          </a:p>
          <a:p>
            <a:endParaRPr lang="fr-FR" sz="1200" dirty="0"/>
          </a:p>
        </p:txBody>
      </p:sp>
      <p:graphicFrame>
        <p:nvGraphicFramePr>
          <p:cNvPr id="18" name="Espace réservé du contenu 17">
            <a:extLst>
              <a:ext uri="{FF2B5EF4-FFF2-40B4-BE49-F238E27FC236}">
                <a16:creationId xmlns:a16="http://schemas.microsoft.com/office/drawing/2014/main" id="{89EE870A-2D45-DAE8-E1D9-E4476B20CB3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013804" y="1874032"/>
          <a:ext cx="6950210" cy="40243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43547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2">
            <a:extLst>
              <a:ext uri="{FF2B5EF4-FFF2-40B4-BE49-F238E27FC236}">
                <a16:creationId xmlns:a16="http://schemas.microsoft.com/office/drawing/2014/main" id="{E9BBACFB-B999-10A4-C8ED-267E9D9E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385763"/>
            <a:ext cx="10363200" cy="44767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3. </a:t>
            </a:r>
            <a:r>
              <a:rPr lang="fr-FR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Veille technique</a:t>
            </a:r>
            <a:endParaRPr lang="fr-FR" sz="2400" dirty="0"/>
          </a:p>
        </p:txBody>
      </p:sp>
      <p:graphicFrame>
        <p:nvGraphicFramePr>
          <p:cNvPr id="2" name="Espace réservé du contenu 1">
            <a:extLst>
              <a:ext uri="{FF2B5EF4-FFF2-40B4-BE49-F238E27FC236}">
                <a16:creationId xmlns:a16="http://schemas.microsoft.com/office/drawing/2014/main" id="{ACFC7AA6-4BBE-4202-71D9-59C2918EE8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2625378"/>
              </p:ext>
            </p:extLst>
          </p:nvPr>
        </p:nvGraphicFramePr>
        <p:xfrm>
          <a:off x="61560" y="3210126"/>
          <a:ext cx="12068880" cy="41111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8610AA2F-4DEC-23E9-2F06-59ED267A87BF}"/>
              </a:ext>
            </a:extLst>
          </p:cNvPr>
          <p:cNvSpPr txBox="1"/>
          <p:nvPr/>
        </p:nvSpPr>
        <p:spPr>
          <a:xfrm>
            <a:off x="1020719" y="1966756"/>
            <a:ext cx="34859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 modèle apprend quelles parties de l’entrée sont importantes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AD0814A-A529-A668-0378-8053F9657435}"/>
              </a:ext>
            </a:extLst>
          </p:cNvPr>
          <p:cNvSpPr txBox="1"/>
          <p:nvPr/>
        </p:nvSpPr>
        <p:spPr>
          <a:xfrm>
            <a:off x="5130409" y="424934"/>
            <a:ext cx="1923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/>
              <a:t>ArchitectureViT</a:t>
            </a:r>
            <a:endParaRPr lang="fr-FR" dirty="0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0BC2CA02-175B-3BB6-2923-D0C8C90D37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2256" y="746878"/>
            <a:ext cx="5793120" cy="280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9442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2">
            <a:extLst>
              <a:ext uri="{FF2B5EF4-FFF2-40B4-BE49-F238E27FC236}">
                <a16:creationId xmlns:a16="http://schemas.microsoft.com/office/drawing/2014/main" id="{E9BBACFB-B999-10A4-C8ED-267E9D9E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385763"/>
            <a:ext cx="10363200" cy="44767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3. </a:t>
            </a:r>
            <a:r>
              <a:rPr lang="fr-FR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Veille technique</a:t>
            </a:r>
            <a:endParaRPr lang="fr-FR" sz="2400" dirty="0"/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8B784E06-5812-C2D1-A2F2-073822167E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5159474"/>
              </p:ext>
            </p:extLst>
          </p:nvPr>
        </p:nvGraphicFramePr>
        <p:xfrm>
          <a:off x="580105" y="2494011"/>
          <a:ext cx="2996119" cy="36511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ZoneTexte 1">
            <a:extLst>
              <a:ext uri="{FF2B5EF4-FFF2-40B4-BE49-F238E27FC236}">
                <a16:creationId xmlns:a16="http://schemas.microsoft.com/office/drawing/2014/main" id="{41581D94-00DA-EA8C-6C24-2925DE89E48E}"/>
              </a:ext>
            </a:extLst>
          </p:cNvPr>
          <p:cNvSpPr txBox="1"/>
          <p:nvPr/>
        </p:nvSpPr>
        <p:spPr>
          <a:xfrm>
            <a:off x="4340377" y="504118"/>
            <a:ext cx="46360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LE MÉCANISME D'ATTENTION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B0FCAC0-319A-2A59-74ED-B2FBC4933E06}"/>
              </a:ext>
            </a:extLst>
          </p:cNvPr>
          <p:cNvSpPr txBox="1"/>
          <p:nvPr/>
        </p:nvSpPr>
        <p:spPr>
          <a:xfrm>
            <a:off x="388637" y="1241569"/>
            <a:ext cx="361419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L’Attention</a:t>
            </a:r>
            <a:r>
              <a:rPr lang="fr-FR" sz="1400" dirty="0"/>
              <a:t> permet à chaque patch de déterminer quels autres patches sont les plus </a:t>
            </a:r>
            <a:r>
              <a:rPr lang="fr-FR" sz="1400" b="1" dirty="0"/>
              <a:t>pertinents</a:t>
            </a:r>
            <a:r>
              <a:rPr lang="fr-FR" sz="1400" dirty="0"/>
              <a:t> pour sa compréhension de l'image.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D6F1B59-5CD7-44B8-C466-310EB4C269D2}"/>
              </a:ext>
            </a:extLst>
          </p:cNvPr>
          <p:cNvSpPr txBox="1"/>
          <p:nvPr/>
        </p:nvSpPr>
        <p:spPr>
          <a:xfrm>
            <a:off x="4573309" y="1241569"/>
            <a:ext cx="32768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Chaque patch est transformé en 3 vecteurs</a:t>
            </a:r>
          </a:p>
        </p:txBody>
      </p:sp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0B54A6D5-C5ED-7CF5-FDEB-3B817311FD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1208421"/>
              </p:ext>
            </p:extLst>
          </p:nvPr>
        </p:nvGraphicFramePr>
        <p:xfrm>
          <a:off x="5295617" y="2286797"/>
          <a:ext cx="1600766" cy="4065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10" name="Image 9">
            <a:extLst>
              <a:ext uri="{FF2B5EF4-FFF2-40B4-BE49-F238E27FC236}">
                <a16:creationId xmlns:a16="http://schemas.microsoft.com/office/drawing/2014/main" id="{40C31294-1FE9-58BA-A5B0-F7EE3A98EFF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24312" y="1618409"/>
            <a:ext cx="3083788" cy="472743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888D462B-55CD-9DED-2272-7F07504BA08C}"/>
              </a:ext>
            </a:extLst>
          </p:cNvPr>
          <p:cNvSpPr txBox="1"/>
          <p:nvPr/>
        </p:nvSpPr>
        <p:spPr>
          <a:xfrm>
            <a:off x="8976382" y="1241569"/>
            <a:ext cx="2244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Calcul de l’Attention</a:t>
            </a:r>
          </a:p>
        </p:txBody>
      </p:sp>
      <p:graphicFrame>
        <p:nvGraphicFramePr>
          <p:cNvPr id="15" name="Espace réservé du contenu 4">
            <a:extLst>
              <a:ext uri="{FF2B5EF4-FFF2-40B4-BE49-F238E27FC236}">
                <a16:creationId xmlns:a16="http://schemas.microsoft.com/office/drawing/2014/main" id="{9ACC4AFF-B251-E9EF-FA77-69095895AF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1044926"/>
              </p:ext>
            </p:extLst>
          </p:nvPr>
        </p:nvGraphicFramePr>
        <p:xfrm>
          <a:off x="8073958" y="2101535"/>
          <a:ext cx="3784059" cy="45647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</p:spTree>
    <p:extLst>
      <p:ext uri="{BB962C8B-B14F-4D97-AF65-F5344CB8AC3E}">
        <p14:creationId xmlns:p14="http://schemas.microsoft.com/office/powerpoint/2010/main" val="427988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2">
            <a:extLst>
              <a:ext uri="{FF2B5EF4-FFF2-40B4-BE49-F238E27FC236}">
                <a16:creationId xmlns:a16="http://schemas.microsoft.com/office/drawing/2014/main" id="{E9BBACFB-B999-10A4-C8ED-267E9D9E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385763"/>
            <a:ext cx="10363200" cy="44767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3. </a:t>
            </a:r>
            <a:r>
              <a:rPr lang="fr-FR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Veille technique</a:t>
            </a:r>
            <a:endParaRPr lang="fr-FR" sz="2400" dirty="0"/>
          </a:p>
        </p:txBody>
      </p:sp>
      <p:pic>
        <p:nvPicPr>
          <p:cNvPr id="2" name="Espace réservé du contenu 1">
            <a:extLst>
              <a:ext uri="{FF2B5EF4-FFF2-40B4-BE49-F238E27FC236}">
                <a16:creationId xmlns:a16="http://schemas.microsoft.com/office/drawing/2014/main" id="{26E7E599-128C-3F06-8003-F9CF6BD638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3403"/>
          <a:stretch/>
        </p:blipFill>
        <p:spPr>
          <a:xfrm>
            <a:off x="1492993" y="1115576"/>
            <a:ext cx="8355319" cy="129744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C0C3674E-C81F-F6BC-6C25-B504413C56B8}"/>
              </a:ext>
            </a:extLst>
          </p:cNvPr>
          <p:cNvSpPr txBox="1"/>
          <p:nvPr/>
        </p:nvSpPr>
        <p:spPr>
          <a:xfrm>
            <a:off x="985616" y="5972542"/>
            <a:ext cx="112354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/>
              <a:t>Attention(Q,K,V) </a:t>
            </a: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Vecteur représentant le patch après avoir intégré l'information pertinente des autres patches.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Version enrichie de V</a:t>
            </a:r>
          </a:p>
        </p:txBody>
      </p:sp>
      <p:sp>
        <p:nvSpPr>
          <p:cNvPr id="7" name="Légende : encadrée 6">
            <a:extLst>
              <a:ext uri="{FF2B5EF4-FFF2-40B4-BE49-F238E27FC236}">
                <a16:creationId xmlns:a16="http://schemas.microsoft.com/office/drawing/2014/main" id="{9189B6F5-0C1D-BB5A-4BFF-95933191A4E2}"/>
              </a:ext>
            </a:extLst>
          </p:cNvPr>
          <p:cNvSpPr/>
          <p:nvPr/>
        </p:nvSpPr>
        <p:spPr>
          <a:xfrm>
            <a:off x="1492993" y="3116426"/>
            <a:ext cx="4442703" cy="339354"/>
          </a:xfrm>
          <a:prstGeom prst="borderCallout1">
            <a:avLst>
              <a:gd name="adj1" fmla="val 722"/>
              <a:gd name="adj2" fmla="val 99775"/>
              <a:gd name="adj3" fmla="val -438272"/>
              <a:gd name="adj4" fmla="val 147081"/>
            </a:avLst>
          </a:prstGeom>
          <a:solidFill>
            <a:schemeClr val="tx2">
              <a:lumMod val="20000"/>
              <a:lumOff val="80000"/>
              <a:alpha val="4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Score d’attention </a:t>
            </a:r>
            <a:r>
              <a:rPr lang="fr-FR" sz="1400" dirty="0">
                <a:solidFill>
                  <a:schemeClr val="tx1"/>
                </a:solidFill>
              </a:rPr>
              <a:t>: Mesure la pertinence entre les patches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93556599-2661-65A8-1C76-E31A540657CE}"/>
              </a:ext>
            </a:extLst>
          </p:cNvPr>
          <p:cNvSpPr/>
          <p:nvPr/>
        </p:nvSpPr>
        <p:spPr>
          <a:xfrm>
            <a:off x="7959895" y="1216971"/>
            <a:ext cx="924128" cy="53502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C09E5735-8B51-E874-6D62-C917363AFFF4}"/>
              </a:ext>
            </a:extLst>
          </p:cNvPr>
          <p:cNvSpPr/>
          <p:nvPr/>
        </p:nvSpPr>
        <p:spPr>
          <a:xfrm>
            <a:off x="6059760" y="1449688"/>
            <a:ext cx="1686128" cy="53502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Légende : encadrée 10">
            <a:extLst>
              <a:ext uri="{FF2B5EF4-FFF2-40B4-BE49-F238E27FC236}">
                <a16:creationId xmlns:a16="http://schemas.microsoft.com/office/drawing/2014/main" id="{B3C5FEDF-4533-330D-4E5A-660631E8DEDA}"/>
              </a:ext>
            </a:extLst>
          </p:cNvPr>
          <p:cNvSpPr/>
          <p:nvPr/>
        </p:nvSpPr>
        <p:spPr>
          <a:xfrm>
            <a:off x="2042689" y="2617953"/>
            <a:ext cx="3287377" cy="339354"/>
          </a:xfrm>
          <a:prstGeom prst="borderCallout1">
            <a:avLst>
              <a:gd name="adj1" fmla="val -843"/>
              <a:gd name="adj2" fmla="val 49754"/>
              <a:gd name="adj3" fmla="val -213141"/>
              <a:gd name="adj4" fmla="val 127433"/>
            </a:avLst>
          </a:prstGeom>
          <a:solidFill>
            <a:schemeClr val="tx2">
              <a:lumMod val="20000"/>
              <a:lumOff val="80000"/>
              <a:alpha val="4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Transforme les scores en poids d'attention</a:t>
            </a:r>
          </a:p>
        </p:txBody>
      </p:sp>
      <p:sp>
        <p:nvSpPr>
          <p:cNvPr id="12" name="Légende : encadrée 11">
            <a:extLst>
              <a:ext uri="{FF2B5EF4-FFF2-40B4-BE49-F238E27FC236}">
                <a16:creationId xmlns:a16="http://schemas.microsoft.com/office/drawing/2014/main" id="{C16CA908-64B5-EDF3-DF3B-54D1B2C45673}"/>
              </a:ext>
            </a:extLst>
          </p:cNvPr>
          <p:cNvSpPr/>
          <p:nvPr/>
        </p:nvSpPr>
        <p:spPr>
          <a:xfrm>
            <a:off x="8735438" y="2727083"/>
            <a:ext cx="2462598" cy="230224"/>
          </a:xfrm>
          <a:prstGeom prst="borderCallout1">
            <a:avLst>
              <a:gd name="adj1" fmla="val -843"/>
              <a:gd name="adj2" fmla="val 49754"/>
              <a:gd name="adj3" fmla="val -325490"/>
              <a:gd name="adj4" fmla="val 27795"/>
            </a:avLst>
          </a:prstGeom>
          <a:solidFill>
            <a:schemeClr val="tx2">
              <a:lumMod val="20000"/>
              <a:lumOff val="80000"/>
              <a:alpha val="4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Pondération de V(Value)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5B1E5C8A-36B7-6F21-D8BA-1EF195F38B30}"/>
              </a:ext>
            </a:extLst>
          </p:cNvPr>
          <p:cNvSpPr/>
          <p:nvPr/>
        </p:nvSpPr>
        <p:spPr>
          <a:xfrm>
            <a:off x="9098030" y="1420505"/>
            <a:ext cx="525296" cy="53502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24DCD6A-A8D5-4A38-D03F-6C06D08DEBCF}"/>
              </a:ext>
            </a:extLst>
          </p:cNvPr>
          <p:cNvSpPr/>
          <p:nvPr/>
        </p:nvSpPr>
        <p:spPr>
          <a:xfrm>
            <a:off x="8066899" y="1739823"/>
            <a:ext cx="806145" cy="53502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Légende : encadrée 14">
            <a:extLst>
              <a:ext uri="{FF2B5EF4-FFF2-40B4-BE49-F238E27FC236}">
                <a16:creationId xmlns:a16="http://schemas.microsoft.com/office/drawing/2014/main" id="{324D04B3-9268-4182-D68F-AB4E434040B1}"/>
              </a:ext>
            </a:extLst>
          </p:cNvPr>
          <p:cNvSpPr/>
          <p:nvPr/>
        </p:nvSpPr>
        <p:spPr>
          <a:xfrm>
            <a:off x="6335949" y="3429000"/>
            <a:ext cx="3287377" cy="339354"/>
          </a:xfrm>
          <a:prstGeom prst="borderCallout1">
            <a:avLst>
              <a:gd name="adj1" fmla="val -843"/>
              <a:gd name="adj2" fmla="val 49754"/>
              <a:gd name="adj3" fmla="val -349747"/>
              <a:gd name="adj4" fmla="val 60291"/>
            </a:avLst>
          </a:prstGeom>
          <a:solidFill>
            <a:schemeClr val="tx2">
              <a:lumMod val="20000"/>
              <a:lumOff val="80000"/>
              <a:alpha val="4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Facteur de normalisation des scores </a:t>
            </a:r>
          </a:p>
        </p:txBody>
      </p:sp>
      <p:graphicFrame>
        <p:nvGraphicFramePr>
          <p:cNvPr id="16" name="Diagramme 15">
            <a:extLst>
              <a:ext uri="{FF2B5EF4-FFF2-40B4-BE49-F238E27FC236}">
                <a16:creationId xmlns:a16="http://schemas.microsoft.com/office/drawing/2014/main" id="{7DD8938E-5552-E513-F7C4-530AE3A9D0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8540125"/>
              </p:ext>
            </p:extLst>
          </p:nvPr>
        </p:nvGraphicFramePr>
        <p:xfrm>
          <a:off x="1122464" y="4051154"/>
          <a:ext cx="9947072" cy="1663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987423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2">
            <a:extLst>
              <a:ext uri="{FF2B5EF4-FFF2-40B4-BE49-F238E27FC236}">
                <a16:creationId xmlns:a16="http://schemas.microsoft.com/office/drawing/2014/main" id="{E9BBACFB-B999-10A4-C8ED-267E9D9E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385763"/>
            <a:ext cx="10363200" cy="44767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3. </a:t>
            </a:r>
            <a:r>
              <a:rPr lang="fr-FR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Veille technique</a:t>
            </a:r>
            <a:endParaRPr lang="fr-FR" sz="2400" dirty="0"/>
          </a:p>
        </p:txBody>
      </p:sp>
      <p:graphicFrame>
        <p:nvGraphicFramePr>
          <p:cNvPr id="2" name="Espace réservé du contenu 1">
            <a:extLst>
              <a:ext uri="{FF2B5EF4-FFF2-40B4-BE49-F238E27FC236}">
                <a16:creationId xmlns:a16="http://schemas.microsoft.com/office/drawing/2014/main" id="{AFCDF488-E1BF-BFDB-7D1C-F415198C09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3701028"/>
              </p:ext>
            </p:extLst>
          </p:nvPr>
        </p:nvGraphicFramePr>
        <p:xfrm>
          <a:off x="7091464" y="833438"/>
          <a:ext cx="4776280" cy="33735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1EEA7164-A984-A15C-D332-14BED59FDDC7}"/>
              </a:ext>
            </a:extLst>
          </p:cNvPr>
          <p:cNvSpPr txBox="1"/>
          <p:nvPr/>
        </p:nvSpPr>
        <p:spPr>
          <a:xfrm>
            <a:off x="7091463" y="4669164"/>
            <a:ext cx="469845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u="sng" dirty="0" err="1">
                <a:solidFill>
                  <a:srgbClr val="56BCFE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Dataset</a:t>
            </a:r>
            <a:r>
              <a:rPr lang="fr-FR" sz="1400" u="sng" dirty="0">
                <a:solidFill>
                  <a:srgbClr val="56BCFE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fr-FR" sz="1400" u="sng" dirty="0" err="1">
                <a:solidFill>
                  <a:srgbClr val="56BCFE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Flipkart</a:t>
            </a:r>
            <a:r>
              <a:rPr lang="fr-FR" sz="1400" u="sng" dirty="0">
                <a:solidFill>
                  <a:schemeClr val="accent1">
                    <a:lumMod val="50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fr-FR" sz="1400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fr-FR" sz="1400" dirty="0"/>
              <a:t>1050 images d’un site e-commerce</a:t>
            </a:r>
          </a:p>
          <a:p>
            <a:pPr marL="285750" indent="-285750">
              <a:buFontTx/>
              <a:buChar char="-"/>
            </a:pPr>
            <a:r>
              <a:rPr lang="fr-FR" sz="1400" dirty="0"/>
              <a:t>Une image par article</a:t>
            </a:r>
          </a:p>
          <a:p>
            <a:pPr marL="285750" indent="-285750">
              <a:buFontTx/>
              <a:buChar char="-"/>
            </a:pPr>
            <a:r>
              <a:rPr lang="fr-FR" sz="1400" dirty="0"/>
              <a:t>Descriptions de l’article</a:t>
            </a:r>
          </a:p>
          <a:p>
            <a:pPr marL="285750" indent="-285750">
              <a:buFontTx/>
              <a:buChar char="-"/>
            </a:pPr>
            <a:r>
              <a:rPr lang="fr-FR" sz="1400" dirty="0"/>
              <a:t>Leurs catégories</a:t>
            </a:r>
          </a:p>
          <a:p>
            <a:pPr marL="285750" indent="-285750">
              <a:buFontTx/>
              <a:buChar char="-"/>
            </a:pPr>
            <a:r>
              <a:rPr lang="fr-FR" sz="1400" dirty="0"/>
              <a:t>Identifiant unique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DCD551F-AFE2-00C5-B3A3-70AC6DB98991}"/>
              </a:ext>
            </a:extLst>
          </p:cNvPr>
          <p:cNvSpPr txBox="1"/>
          <p:nvPr/>
        </p:nvSpPr>
        <p:spPr>
          <a:xfrm>
            <a:off x="324256" y="2305615"/>
            <a:ext cx="604855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/>
              <a:t>Vision Transformers (</a:t>
            </a:r>
            <a:r>
              <a:rPr lang="fr-FR" sz="2800" b="1" dirty="0" err="1"/>
              <a:t>ViT</a:t>
            </a:r>
            <a:r>
              <a:rPr lang="fr-FR" sz="2800" b="1" dirty="0"/>
              <a:t>) VS CNN</a:t>
            </a:r>
          </a:p>
          <a:p>
            <a:r>
              <a:rPr lang="fr-FR" sz="1400" dirty="0"/>
              <a:t>Architecture de réseau neuronal profond conçue pour le traitement des images,</a:t>
            </a:r>
          </a:p>
          <a:p>
            <a:pPr marL="285750" indent="-285750">
              <a:buFontTx/>
              <a:buChar char="-"/>
            </a:pPr>
            <a:r>
              <a:rPr lang="fr-FR" sz="1400" dirty="0"/>
              <a:t>Inspirée des </a:t>
            </a:r>
            <a:r>
              <a:rPr lang="fr-FR" sz="1400" b="1" dirty="0"/>
              <a:t>transformateurs</a:t>
            </a:r>
            <a:r>
              <a:rPr lang="fr-FR" sz="1400" dirty="0"/>
              <a:t> utilisés dans le traitement du langage naturel.</a:t>
            </a:r>
          </a:p>
          <a:p>
            <a:pPr marL="285750" indent="-285750">
              <a:buFontTx/>
              <a:buChar char="-"/>
            </a:pPr>
            <a:r>
              <a:rPr lang="fr-FR" sz="1400" dirty="0"/>
              <a:t>Contrairement aux réseaux de neurones convolutifs (</a:t>
            </a:r>
            <a:r>
              <a:rPr lang="fr-FR" sz="1400" b="1" dirty="0"/>
              <a:t>CNN</a:t>
            </a:r>
            <a:r>
              <a:rPr lang="fr-FR" sz="1400" dirty="0"/>
              <a:t>), qui analysent les images pixel par pixel, </a:t>
            </a:r>
            <a:r>
              <a:rPr lang="fr-FR" sz="1400" b="1" dirty="0"/>
              <a:t>ViT</a:t>
            </a:r>
            <a:r>
              <a:rPr lang="fr-FR" sz="1400" dirty="0"/>
              <a:t> divise les images en </a:t>
            </a:r>
            <a:r>
              <a:rPr lang="fr-FR" sz="1400" b="1" dirty="0"/>
              <a:t>patches</a:t>
            </a:r>
            <a:r>
              <a:rPr lang="fr-FR" sz="1400" dirty="0"/>
              <a:t> de taille fixe, puis applique des mécanismes d'</a:t>
            </a:r>
            <a:r>
              <a:rPr lang="fr-FR" sz="1400" b="1" dirty="0"/>
              <a:t>auto-attention</a:t>
            </a:r>
            <a:r>
              <a:rPr lang="fr-FR" sz="1400" dirty="0"/>
              <a:t> pour capturer les interactions spatiales et sémantiques. </a:t>
            </a:r>
          </a:p>
          <a:p>
            <a:pPr marL="285750" indent="-285750">
              <a:buFontTx/>
              <a:buChar char="-"/>
            </a:pPr>
            <a:r>
              <a:rPr lang="fr-FR" sz="1400" dirty="0"/>
              <a:t>Permet une </a:t>
            </a:r>
            <a:r>
              <a:rPr lang="fr-FR" sz="1400" b="1" dirty="0"/>
              <a:t>représentation globale de l'image </a:t>
            </a:r>
            <a:r>
              <a:rPr lang="fr-FR" sz="1400" dirty="0"/>
              <a:t>et améliore l'efficacité et la précision dans la reconnaissance d'objets et la segmentation d'images. 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2447844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2">
            <a:extLst>
              <a:ext uri="{FF2B5EF4-FFF2-40B4-BE49-F238E27FC236}">
                <a16:creationId xmlns:a16="http://schemas.microsoft.com/office/drawing/2014/main" id="{E9BBACFB-B999-10A4-C8ED-267E9D9E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385763"/>
            <a:ext cx="10363200" cy="44767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3. </a:t>
            </a:r>
            <a:r>
              <a:rPr lang="fr-FR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Veille technique</a:t>
            </a:r>
            <a:endParaRPr lang="fr-FR" sz="2400" dirty="0"/>
          </a:p>
        </p:txBody>
      </p:sp>
      <p:graphicFrame>
        <p:nvGraphicFramePr>
          <p:cNvPr id="2" name="Espace réservé du contenu 1">
            <a:extLst>
              <a:ext uri="{FF2B5EF4-FFF2-40B4-BE49-F238E27FC236}">
                <a16:creationId xmlns:a16="http://schemas.microsoft.com/office/drawing/2014/main" id="{CB8D82CD-7849-D2CF-B31F-A21D12F35B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0418776"/>
              </p:ext>
            </p:extLst>
          </p:nvPr>
        </p:nvGraphicFramePr>
        <p:xfrm>
          <a:off x="352019" y="2969880"/>
          <a:ext cx="5291847" cy="3424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Espace réservé du contenu 1">
            <a:extLst>
              <a:ext uri="{FF2B5EF4-FFF2-40B4-BE49-F238E27FC236}">
                <a16:creationId xmlns:a16="http://schemas.microsoft.com/office/drawing/2014/main" id="{2431534B-5F29-3E16-91B2-680D5258FF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7107559"/>
              </p:ext>
            </p:extLst>
          </p:nvPr>
        </p:nvGraphicFramePr>
        <p:xfrm>
          <a:off x="6333362" y="2969880"/>
          <a:ext cx="5291847" cy="3424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5" name="Espace réservé du contenu 19">
            <a:extLst>
              <a:ext uri="{FF2B5EF4-FFF2-40B4-BE49-F238E27FC236}">
                <a16:creationId xmlns:a16="http://schemas.microsoft.com/office/drawing/2014/main" id="{105E0219-85F8-D7C7-FEB0-3AD53D877832}"/>
              </a:ext>
            </a:extLst>
          </p:cNvPr>
          <p:cNvSpPr txBox="1">
            <a:spLocks/>
          </p:cNvSpPr>
          <p:nvPr/>
        </p:nvSpPr>
        <p:spPr>
          <a:xfrm>
            <a:off x="868146" y="1794454"/>
            <a:ext cx="4533494" cy="44767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dirty="0"/>
              <a:t>Préparation des données</a:t>
            </a:r>
            <a:endParaRPr lang="fr-FR" b="1" u="sng" dirty="0"/>
          </a:p>
        </p:txBody>
      </p:sp>
      <p:sp>
        <p:nvSpPr>
          <p:cNvPr id="6" name="Espace réservé du contenu 19">
            <a:extLst>
              <a:ext uri="{FF2B5EF4-FFF2-40B4-BE49-F238E27FC236}">
                <a16:creationId xmlns:a16="http://schemas.microsoft.com/office/drawing/2014/main" id="{18843530-7665-6332-F83D-60B67216C156}"/>
              </a:ext>
            </a:extLst>
          </p:cNvPr>
          <p:cNvSpPr txBox="1">
            <a:spLocks/>
          </p:cNvSpPr>
          <p:nvPr/>
        </p:nvSpPr>
        <p:spPr>
          <a:xfrm>
            <a:off x="6790361" y="1794454"/>
            <a:ext cx="4533494" cy="447675"/>
          </a:xfrm>
          <a:prstGeom prst="rect">
            <a:avLst/>
          </a:prstGeom>
          <a:ln>
            <a:solidFill>
              <a:schemeClr val="accent4">
                <a:hueOff val="0"/>
                <a:satOff val="0"/>
                <a:lumOff val="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dirty="0"/>
              <a:t>Préparation des modèles</a:t>
            </a:r>
            <a:endParaRPr lang="fr-FR" b="1" u="sng" dirty="0"/>
          </a:p>
        </p:txBody>
      </p:sp>
      <p:sp>
        <p:nvSpPr>
          <p:cNvPr id="3" name="Espace réservé du contenu 19">
            <a:extLst>
              <a:ext uri="{FF2B5EF4-FFF2-40B4-BE49-F238E27FC236}">
                <a16:creationId xmlns:a16="http://schemas.microsoft.com/office/drawing/2014/main" id="{58BD6403-4F43-34C5-3891-0D1C908D31A4}"/>
              </a:ext>
            </a:extLst>
          </p:cNvPr>
          <p:cNvSpPr txBox="1">
            <a:spLocks/>
          </p:cNvSpPr>
          <p:nvPr/>
        </p:nvSpPr>
        <p:spPr>
          <a:xfrm>
            <a:off x="4066615" y="385763"/>
            <a:ext cx="4533494" cy="101728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dirty="0"/>
              <a:t>Exemple de classification supervisée d’images d’e-commerce</a:t>
            </a:r>
          </a:p>
          <a:p>
            <a:pPr marL="0" indent="0" algn="ctr">
              <a:buNone/>
            </a:pPr>
            <a:r>
              <a:rPr lang="fr-FR" b="1" u="sng" dirty="0"/>
              <a:t>CNN (VGG16)</a:t>
            </a:r>
            <a:r>
              <a:rPr lang="fr-FR" b="1" dirty="0"/>
              <a:t> </a:t>
            </a:r>
            <a:r>
              <a:rPr lang="fr-FR" dirty="0"/>
              <a:t>VS</a:t>
            </a:r>
            <a:r>
              <a:rPr lang="fr-FR" b="1" dirty="0"/>
              <a:t> </a:t>
            </a:r>
            <a:r>
              <a:rPr lang="fr-FR" b="1" u="sng" dirty="0"/>
              <a:t>Vision </a:t>
            </a:r>
            <a:r>
              <a:rPr lang="fr-FR" b="1" u="sng" dirty="0" err="1"/>
              <a:t>transformers</a:t>
            </a:r>
            <a:endParaRPr lang="fr-FR" b="1" u="sng" dirty="0"/>
          </a:p>
        </p:txBody>
      </p:sp>
    </p:spTree>
    <p:extLst>
      <p:ext uri="{BB962C8B-B14F-4D97-AF65-F5344CB8AC3E}">
        <p14:creationId xmlns:p14="http://schemas.microsoft.com/office/powerpoint/2010/main" val="28009415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2">
            <a:extLst>
              <a:ext uri="{FF2B5EF4-FFF2-40B4-BE49-F238E27FC236}">
                <a16:creationId xmlns:a16="http://schemas.microsoft.com/office/drawing/2014/main" id="{E9BBACFB-B999-10A4-C8ED-267E9D9E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385763"/>
            <a:ext cx="10363200" cy="44767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3. </a:t>
            </a:r>
            <a:r>
              <a:rPr lang="fr-FR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Veille technique</a:t>
            </a:r>
            <a:endParaRPr lang="fr-FR" sz="24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6D4F2C1-729E-A059-C170-AFEE4B61BC1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384" y="1124700"/>
            <a:ext cx="6226067" cy="2586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270A7696-07C0-60AC-97B1-607AB2086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383" y="3742221"/>
            <a:ext cx="6226067" cy="2588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6221FF3-D64C-AE70-115F-EAA7C1F30D5C}"/>
              </a:ext>
            </a:extLst>
          </p:cNvPr>
          <p:cNvSpPr txBox="1"/>
          <p:nvPr/>
        </p:nvSpPr>
        <p:spPr>
          <a:xfrm>
            <a:off x="7389673" y="1378695"/>
            <a:ext cx="3926027" cy="2050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fr-FR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r>
              <a:rPr lang="fr-FR" sz="16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Le Vision Transformer (ViT) apprend plus vite et obtient de meilleures performances</a:t>
            </a:r>
          </a:p>
          <a:p>
            <a:pPr marL="342900" indent="-342900">
              <a:lnSpc>
                <a:spcPct val="115000"/>
              </a:lnSpc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fr-FR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meilleure </a:t>
            </a:r>
            <a:r>
              <a:rPr lang="fr-FR" sz="16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loss</a:t>
            </a:r>
            <a:r>
              <a:rPr lang="fr-FR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validation</a:t>
            </a:r>
          </a:p>
          <a:p>
            <a:pPr marL="342900" lvl="0" indent="-342900">
              <a:lnSpc>
                <a:spcPct val="115000"/>
              </a:lnSpc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fr-FR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meilleure </a:t>
            </a:r>
            <a:r>
              <a:rPr lang="fr-FR" sz="16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accuracy</a:t>
            </a:r>
            <a:r>
              <a:rPr lang="fr-FR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autour de ~0.83</a:t>
            </a:r>
          </a:p>
          <a:p>
            <a:pPr marL="342900" lvl="0" indent="-342900">
              <a:lnSpc>
                <a:spcPct val="115000"/>
              </a:lnSpc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fr-FR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meilleure capacité de généralisation.</a:t>
            </a:r>
          </a:p>
          <a:p>
            <a:pPr marL="342900" lvl="0" indent="-342900">
              <a:lnSpc>
                <a:spcPct val="115000"/>
              </a:lnSpc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fr-FR" sz="1600" dirty="0">
                <a:latin typeface="Arial" panose="020B0604020202020204" pitchFamily="34" charset="0"/>
                <a:ea typeface="Arial" panose="020B0604020202020204" pitchFamily="34" charset="0"/>
              </a:rPr>
              <a:t>pas d’</a:t>
            </a:r>
            <a:r>
              <a:rPr lang="fr-FR" sz="1600" dirty="0" err="1">
                <a:latin typeface="Arial" panose="020B0604020202020204" pitchFamily="34" charset="0"/>
                <a:ea typeface="Arial" panose="020B0604020202020204" pitchFamily="34" charset="0"/>
              </a:rPr>
              <a:t>overfeating</a:t>
            </a:r>
            <a:r>
              <a:rPr lang="fr-FR" sz="1600" dirty="0"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endParaRPr lang="fr-FR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aphicFrame>
        <p:nvGraphicFramePr>
          <p:cNvPr id="5" name="Espace réservé du contenu 3">
            <a:extLst>
              <a:ext uri="{FF2B5EF4-FFF2-40B4-BE49-F238E27FC236}">
                <a16:creationId xmlns:a16="http://schemas.microsoft.com/office/drawing/2014/main" id="{51FE3A8F-F2DC-13AD-518B-3C3770B431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0792001"/>
              </p:ext>
            </p:extLst>
          </p:nvPr>
        </p:nvGraphicFramePr>
        <p:xfrm>
          <a:off x="7541162" y="4552610"/>
          <a:ext cx="3641187" cy="1276689"/>
        </p:xfrm>
        <a:graphic>
          <a:graphicData uri="http://schemas.openxmlformats.org/drawingml/2006/table">
            <a:tbl>
              <a:tblPr firstRow="1">
                <a:tableStyleId>{17292A2E-F333-43FB-9621-5CBBE7FDCDCB}</a:tableStyleId>
              </a:tblPr>
              <a:tblGrid>
                <a:gridCol w="982734">
                  <a:extLst>
                    <a:ext uri="{9D8B030D-6E8A-4147-A177-3AD203B41FA5}">
                      <a16:colId xmlns:a16="http://schemas.microsoft.com/office/drawing/2014/main" val="1958811082"/>
                    </a:ext>
                  </a:extLst>
                </a:gridCol>
                <a:gridCol w="1487120">
                  <a:extLst>
                    <a:ext uri="{9D8B030D-6E8A-4147-A177-3AD203B41FA5}">
                      <a16:colId xmlns:a16="http://schemas.microsoft.com/office/drawing/2014/main" val="3701183973"/>
                    </a:ext>
                  </a:extLst>
                </a:gridCol>
                <a:gridCol w="1171333">
                  <a:extLst>
                    <a:ext uri="{9D8B030D-6E8A-4147-A177-3AD203B41FA5}">
                      <a16:colId xmlns:a16="http://schemas.microsoft.com/office/drawing/2014/main" val="2319854178"/>
                    </a:ext>
                  </a:extLst>
                </a:gridCol>
              </a:tblGrid>
              <a:tr h="425563">
                <a:tc>
                  <a:txBody>
                    <a:bodyPr/>
                    <a:lstStyle/>
                    <a:p>
                      <a:r>
                        <a:rPr lang="fr-FR" sz="1600" dirty="0"/>
                        <a:t>Modèle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600" dirty="0" err="1"/>
                        <a:t>Accuracy</a:t>
                      </a:r>
                      <a:r>
                        <a:rPr lang="fr-FR" sz="1600" dirty="0"/>
                        <a:t> 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600" dirty="0" err="1"/>
                        <a:t>Loss</a:t>
                      </a:r>
                      <a:r>
                        <a:rPr lang="fr-FR" sz="1600" dirty="0"/>
                        <a:t> test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3581303"/>
                  </a:ext>
                </a:extLst>
              </a:tr>
              <a:tr h="425563">
                <a:tc>
                  <a:txBody>
                    <a:bodyPr/>
                    <a:lstStyle/>
                    <a:p>
                      <a:r>
                        <a:rPr lang="fr-FR" sz="1600" dirty="0"/>
                        <a:t>VGG16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0.70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1.88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458613"/>
                  </a:ext>
                </a:extLst>
              </a:tr>
              <a:tr h="425563">
                <a:tc>
                  <a:txBody>
                    <a:bodyPr/>
                    <a:lstStyle/>
                    <a:p>
                      <a:r>
                        <a:rPr lang="fr-FR" sz="1600" b="1" dirty="0"/>
                        <a:t>ViT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600" b="1" u="sng" dirty="0"/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600" b="1" u="sng" dirty="0"/>
                        <a:t>0.50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0711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98525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2">
            <a:extLst>
              <a:ext uri="{FF2B5EF4-FFF2-40B4-BE49-F238E27FC236}">
                <a16:creationId xmlns:a16="http://schemas.microsoft.com/office/drawing/2014/main" id="{E9BBACFB-B999-10A4-C8ED-267E9D9E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385763"/>
            <a:ext cx="10363200" cy="44767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3. </a:t>
            </a:r>
            <a:r>
              <a:rPr lang="fr-FR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Veille technique</a:t>
            </a:r>
            <a:endParaRPr lang="fr-FR" sz="2400" dirty="0"/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FBCA27A5-7B2F-CF29-C1F5-9BBA3675775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89"/>
          <a:stretch/>
        </p:blipFill>
        <p:spPr bwMode="auto">
          <a:xfrm>
            <a:off x="6400800" y="990905"/>
            <a:ext cx="3501958" cy="4190329"/>
          </a:xfrm>
          <a:prstGeom prst="rect">
            <a:avLst/>
          </a:prstGeom>
          <a:noFill/>
          <a:ln>
            <a:solidFill>
              <a:schemeClr val="accent1">
                <a:hueOff val="0"/>
                <a:satOff val="0"/>
                <a:lumOff val="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B7AF498B-88B1-657B-96B3-47BC9D98B3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353"/>
          <a:stretch/>
        </p:blipFill>
        <p:spPr bwMode="auto">
          <a:xfrm>
            <a:off x="2110920" y="990905"/>
            <a:ext cx="4289882" cy="4190329"/>
          </a:xfrm>
          <a:prstGeom prst="rect">
            <a:avLst/>
          </a:prstGeom>
          <a:noFill/>
          <a:ln>
            <a:solidFill>
              <a:schemeClr val="accent1">
                <a:hueOff val="0"/>
                <a:satOff val="0"/>
                <a:lumOff val="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532C157C-36C6-3D3C-5F59-F4937E2BF717}"/>
              </a:ext>
            </a:extLst>
          </p:cNvPr>
          <p:cNvSpPr txBox="1"/>
          <p:nvPr/>
        </p:nvSpPr>
        <p:spPr>
          <a:xfrm>
            <a:off x="914400" y="5352783"/>
            <a:ext cx="10363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ViT fait moins d'erreurs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600" dirty="0"/>
              <a:t>Principales erreurs : "</a:t>
            </a:r>
            <a:r>
              <a:rPr lang="fr-FR" sz="1600" i="1" dirty="0"/>
              <a:t>Baby Care</a:t>
            </a:r>
            <a:r>
              <a:rPr lang="fr-FR" sz="1600" dirty="0"/>
              <a:t>" prédits comme étant des "</a:t>
            </a:r>
            <a:r>
              <a:rPr lang="fr-FR" sz="1600" i="1" dirty="0"/>
              <a:t>Home </a:t>
            </a:r>
            <a:r>
              <a:rPr lang="fr-FR" sz="1600" i="1" dirty="0" err="1"/>
              <a:t>Furnishing</a:t>
            </a:r>
            <a:r>
              <a:rPr lang="fr-FR" sz="1600" dirty="0"/>
              <a:t>" ou "</a:t>
            </a:r>
            <a:r>
              <a:rPr lang="fr-FR" sz="1600" i="1" dirty="0"/>
              <a:t>Home </a:t>
            </a:r>
            <a:r>
              <a:rPr lang="fr-FR" sz="1600" i="1" dirty="0" err="1"/>
              <a:t>Decor</a:t>
            </a:r>
            <a:r>
              <a:rPr lang="fr-FR" sz="1600" i="1" dirty="0"/>
              <a:t> &amp; Festive </a:t>
            </a:r>
            <a:r>
              <a:rPr lang="fr-FR" sz="1600" i="1" dirty="0" err="1"/>
              <a:t>Needs</a:t>
            </a:r>
            <a:r>
              <a:rPr lang="fr-FR" sz="1600" dirty="0"/>
              <a:t>"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600" dirty="0"/>
              <a:t>Légère sur-représentation de "</a:t>
            </a:r>
            <a:r>
              <a:rPr lang="fr-FR" sz="1600" i="1" dirty="0"/>
              <a:t>Home </a:t>
            </a:r>
            <a:r>
              <a:rPr lang="fr-FR" sz="1600" i="1" dirty="0" err="1"/>
              <a:t>Furnishing</a:t>
            </a:r>
            <a:r>
              <a:rPr lang="fr-FR" sz="1600" dirty="0"/>
              <a:t>" et </a:t>
            </a:r>
            <a:r>
              <a:rPr lang="fr-FR" sz="1600" i="1" dirty="0"/>
              <a:t>"Home </a:t>
            </a:r>
            <a:r>
              <a:rPr lang="fr-FR" sz="1600" i="1" dirty="0" err="1"/>
              <a:t>Decor</a:t>
            </a:r>
            <a:r>
              <a:rPr lang="fr-FR" sz="1600" i="1" dirty="0"/>
              <a:t> &amp; Festive </a:t>
            </a:r>
            <a:r>
              <a:rPr lang="fr-FR" sz="1600" i="1" dirty="0" err="1"/>
              <a:t>Needs</a:t>
            </a:r>
            <a:r>
              <a:rPr lang="fr-FR" sz="1600" dirty="0"/>
              <a:t>" alors que Baby Care est sous représenté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F8F5CB6-6973-6777-A350-2349E833F182}"/>
              </a:ext>
            </a:extLst>
          </p:cNvPr>
          <p:cNvSpPr txBox="1"/>
          <p:nvPr/>
        </p:nvSpPr>
        <p:spPr>
          <a:xfrm>
            <a:off x="10110433" y="2123614"/>
            <a:ext cx="18904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Le jeu de test :</a:t>
            </a:r>
          </a:p>
          <a:p>
            <a:pPr marL="171450" indent="-171450">
              <a:buFontTx/>
              <a:buChar char="-"/>
            </a:pPr>
            <a:r>
              <a:rPr lang="fr-FR" sz="1200" dirty="0"/>
              <a:t>210 images</a:t>
            </a:r>
          </a:p>
          <a:p>
            <a:pPr marL="171450" indent="-171450">
              <a:buFontTx/>
              <a:buChar char="-"/>
            </a:pPr>
            <a:r>
              <a:rPr lang="fr-FR" sz="1200" dirty="0"/>
              <a:t>30 images / catégorie.</a:t>
            </a:r>
          </a:p>
        </p:txBody>
      </p:sp>
    </p:spTree>
    <p:extLst>
      <p:ext uri="{BB962C8B-B14F-4D97-AF65-F5344CB8AC3E}">
        <p14:creationId xmlns:p14="http://schemas.microsoft.com/office/powerpoint/2010/main" val="24035113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2">
            <a:extLst>
              <a:ext uri="{FF2B5EF4-FFF2-40B4-BE49-F238E27FC236}">
                <a16:creationId xmlns:a16="http://schemas.microsoft.com/office/drawing/2014/main" id="{E9BBACFB-B999-10A4-C8ED-267E9D9E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385763"/>
            <a:ext cx="10363200" cy="44767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4. </a:t>
            </a:r>
            <a:r>
              <a:rPr lang="fr-FR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</a:rPr>
              <a:t>Conclusion</a:t>
            </a:r>
            <a:endParaRPr lang="fr-FR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EC445E5-7B8C-86CB-3369-A41AE0561E88}"/>
              </a:ext>
            </a:extLst>
          </p:cNvPr>
          <p:cNvSpPr txBox="1"/>
          <p:nvPr/>
        </p:nvSpPr>
        <p:spPr>
          <a:xfrm>
            <a:off x="563579" y="3231606"/>
            <a:ext cx="10146574" cy="3240631"/>
          </a:xfrm>
          <a:prstGeom prst="rect">
            <a:avLst/>
          </a:prstGeom>
          <a:noFill/>
          <a:ln>
            <a:solidFill>
              <a:schemeClr val="accent1">
                <a:hueOff val="0"/>
                <a:satOff val="0"/>
                <a:lumOff val="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fr-FR" cap="all" dirty="0"/>
              <a:t>- ViT constitue une rupture technologique majeure en vision par ordinateur.</a:t>
            </a:r>
          </a:p>
          <a:p>
            <a:pPr marL="285750" indent="-285750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fr-FR" cap="all" dirty="0"/>
              <a:t>- ViT remplace entièrement les convolutions par un mécanisme de self-attention issu des Transformers.</a:t>
            </a:r>
          </a:p>
          <a:p>
            <a:pPr marL="285750" indent="-285750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fr-FR" cap="all" dirty="0"/>
              <a:t>Son choix permet d'évaluer directement l'apport du mécanisme d'attention par rapport à une architecture </a:t>
            </a:r>
            <a:r>
              <a:rPr lang="fr-FR" cap="all" dirty="0" err="1"/>
              <a:t>convolutionnelle</a:t>
            </a:r>
            <a:r>
              <a:rPr lang="fr-FR" cap="all" dirty="0"/>
              <a:t> classique telle que VGG16.</a:t>
            </a:r>
          </a:p>
          <a:p>
            <a:pPr marL="285750" indent="-285750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fr-FR" cap="all" dirty="0"/>
          </a:p>
          <a:p>
            <a:pPr marL="285750" indent="-285750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fr-FR" cap="all" dirty="0"/>
              <a:t>Sur le </a:t>
            </a:r>
            <a:r>
              <a:rPr lang="fr-FR" cap="all" dirty="0" err="1"/>
              <a:t>dataset</a:t>
            </a:r>
            <a:r>
              <a:rPr lang="fr-FR" cap="all" dirty="0"/>
              <a:t> </a:t>
            </a:r>
            <a:r>
              <a:rPr lang="fr-FR" cap="all" dirty="0" err="1"/>
              <a:t>Flipkart</a:t>
            </a:r>
            <a:r>
              <a:rPr lang="fr-FR" cap="all" dirty="0"/>
              <a:t>, le Vision Transformer démontre un gain de performance significatif malgré un coût d'entraînement plus élevé.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89FCB740-8AA4-FD12-E8B0-E12837968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579" y="937128"/>
            <a:ext cx="10146574" cy="1572608"/>
          </a:xfrm>
          <a:ln>
            <a:solidFill>
              <a:schemeClr val="accent5"/>
            </a:solidFill>
          </a:ln>
        </p:spPr>
        <p:txBody>
          <a:bodyPr>
            <a:normAutofit/>
          </a:bodyPr>
          <a:lstStyle/>
          <a:p>
            <a:pPr>
              <a:buClr>
                <a:schemeClr val="accent5"/>
              </a:buClr>
              <a:buFont typeface="Wingdings" panose="05000000000000000000" pitchFamily="2" charset="2"/>
              <a:buChar char="v"/>
            </a:pPr>
            <a:r>
              <a:rPr lang="fr-FR" sz="1800" dirty="0"/>
              <a:t>Le </a:t>
            </a:r>
            <a:r>
              <a:rPr lang="fr-FR" sz="1800" dirty="0" err="1"/>
              <a:t>dashbord</a:t>
            </a:r>
            <a:r>
              <a:rPr lang="fr-FR" sz="1800" dirty="0"/>
              <a:t> a été réalisé avec la librairie </a:t>
            </a:r>
            <a:r>
              <a:rPr lang="fr-FR" sz="1800" dirty="0" err="1"/>
              <a:t>Streamlit</a:t>
            </a:r>
            <a:r>
              <a:rPr lang="fr-FR" sz="1800" dirty="0"/>
              <a:t>, afin de pouvoir valider le cahier des charges.</a:t>
            </a:r>
          </a:p>
          <a:p>
            <a:pPr>
              <a:buClr>
                <a:schemeClr val="accent5"/>
              </a:buClr>
              <a:buFont typeface="Wingdings" panose="05000000000000000000" pitchFamily="2" charset="2"/>
              <a:buChar char="v"/>
            </a:pPr>
            <a:r>
              <a:rPr lang="fr-FR" sz="1800" dirty="0"/>
              <a:t>Il est possible, En utilisant la même API, de travailler sur une autre librairie plus élaborée afin d’améliorer l’expérience utilisateur.</a:t>
            </a:r>
          </a:p>
        </p:txBody>
      </p:sp>
    </p:spTree>
    <p:extLst>
      <p:ext uri="{BB962C8B-B14F-4D97-AF65-F5344CB8AC3E}">
        <p14:creationId xmlns:p14="http://schemas.microsoft.com/office/powerpoint/2010/main" val="39534902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D903C10-B332-5D49-A349-70DBD4F16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8DF9B6-A418-F1FC-96FF-40FF33E30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85588"/>
            <a:ext cx="10515600" cy="686824"/>
          </a:xfrm>
        </p:spPr>
        <p:txBody>
          <a:bodyPr>
            <a:noAutofit/>
          </a:bodyPr>
          <a:lstStyle/>
          <a:p>
            <a:pPr algn="ctr"/>
            <a:r>
              <a:rPr lang="fr-FR" sz="7200" dirty="0"/>
              <a:t>Merci</a:t>
            </a:r>
          </a:p>
        </p:txBody>
      </p:sp>
      <p:pic>
        <p:nvPicPr>
          <p:cNvPr id="3" name="Picture 6" descr="OpenClassrooms | Observatoire des Sociétés à Mission">
            <a:extLst>
              <a:ext uri="{FF2B5EF4-FFF2-40B4-BE49-F238E27FC236}">
                <a16:creationId xmlns:a16="http://schemas.microsoft.com/office/drawing/2014/main" id="{847318EB-23E4-6196-94A2-E3BCBE7CC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9513" y="5670551"/>
            <a:ext cx="1843087" cy="1048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556653A-29E5-A3AF-5B37-441C3C82C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Projet</a:t>
            </a:r>
            <a:r>
              <a:rPr lang="en-US" dirty="0"/>
              <a:t> 8 </a:t>
            </a:r>
            <a:r>
              <a:rPr lang="en-US" dirty="0" err="1"/>
              <a:t>Openclassrooms</a:t>
            </a:r>
            <a:r>
              <a:rPr lang="en-US" dirty="0"/>
              <a:t> :  Steeve OTTO 05/2026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74287902"/>
      </p:ext>
    </p:extLst>
  </p:cSld>
  <p:clrMapOvr>
    <a:masterClrMapping/>
  </p:clrMapOvr>
</p:sld>
</file>

<file path=ppt/theme/theme1.xml><?xml version="1.0" encoding="utf-8"?>
<a:theme xmlns:a="http://schemas.openxmlformats.org/drawingml/2006/main" name="Ronds dans l’eau">
  <a:themeElements>
    <a:clrScheme name="Ronds dans l’eau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Ronds dans l’eau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onds dans l’eau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Terra">
  <a:themeElements>
    <a:clrScheme name="Custom 260">
      <a:dk1>
        <a:sysClr val="windowText" lastClr="000000"/>
      </a:dk1>
      <a:lt1>
        <a:sysClr val="window" lastClr="FFFFFF"/>
      </a:lt1>
      <a:dk2>
        <a:srgbClr val="374151"/>
      </a:dk2>
      <a:lt2>
        <a:srgbClr val="E8E8E8"/>
      </a:lt2>
      <a:accent1>
        <a:srgbClr val="374151"/>
      </a:accent1>
      <a:accent2>
        <a:srgbClr val="6B7280"/>
      </a:accent2>
      <a:accent3>
        <a:srgbClr val="9CA3AF"/>
      </a:accent3>
      <a:accent4>
        <a:srgbClr val="F3F4F6"/>
      </a:accent4>
      <a:accent5>
        <a:srgbClr val="22D3EE"/>
      </a:accent5>
      <a:accent6>
        <a:srgbClr val="6E7889"/>
      </a:accent6>
      <a:hlink>
        <a:srgbClr val="467886"/>
      </a:hlink>
      <a:folHlink>
        <a:srgbClr val="96607D"/>
      </a:folHlink>
    </a:clrScheme>
    <a:fontScheme name="Custom 121">
      <a:majorFont>
        <a:latin typeface="Segoe U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21E4F083-DC94-421D-8D41-FF2E73C4C7A6}">
  <we:reference id="wa200005566" version="3.0.0.2" store="en-US" storeType="OMEX"/>
  <we:alternateReferences>
    <we:reference id="wa200005566" version="3.0.0.2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905504E-2B41-4544-9A8C-DAB093021BC3}">
  <we:reference id="wa200005669" version="2.0.0.0" store="fr-FR" storeType="OMEX"/>
  <we:alternateReferences>
    <we:reference id="WA200005669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255812</TotalTime>
  <Words>1832</Words>
  <Application>Microsoft Office PowerPoint</Application>
  <PresentationFormat>Grand écran</PresentationFormat>
  <Paragraphs>321</Paragraphs>
  <Slides>22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12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22</vt:i4>
      </vt:variant>
    </vt:vector>
  </HeadingPairs>
  <TitlesOfParts>
    <vt:vector size="36" baseType="lpstr">
      <vt:lpstr>Aptos</vt:lpstr>
      <vt:lpstr>Arial</vt:lpstr>
      <vt:lpstr>BlinkMacSystemFont</vt:lpstr>
      <vt:lpstr>Calibri</vt:lpstr>
      <vt:lpstr>Crimson Pro Semi Bold</vt:lpstr>
      <vt:lpstr>Mulish</vt:lpstr>
      <vt:lpstr>Segoe UI</vt:lpstr>
      <vt:lpstr>source-serif-pro</vt:lpstr>
      <vt:lpstr>Times New Roman</vt:lpstr>
      <vt:lpstr>Tw Cen MT</vt:lpstr>
      <vt:lpstr>Twentieth Century</vt:lpstr>
      <vt:lpstr>Wingdings</vt:lpstr>
      <vt:lpstr>Ronds dans l’eau</vt:lpstr>
      <vt:lpstr>Terra</vt:lpstr>
      <vt:lpstr>Réalisez  un dashboard et assurez une veille technique</vt:lpstr>
      <vt:lpstr>Présentation PowerPoint</vt:lpstr>
      <vt:lpstr>1. Contexte et Objectifs</vt:lpstr>
      <vt:lpstr>2. Dashboard</vt:lpstr>
      <vt:lpstr>2. Dashboard</vt:lpstr>
      <vt:lpstr>2. Dashboard</vt:lpstr>
      <vt:lpstr>2. Dashboard</vt:lpstr>
      <vt:lpstr>2. Dashboard</vt:lpstr>
      <vt:lpstr>2. Dashboard</vt:lpstr>
      <vt:lpstr>2. Dashboard</vt:lpstr>
      <vt:lpstr>2. Dashboard</vt:lpstr>
      <vt:lpstr>3. Veille technique</vt:lpstr>
      <vt:lpstr>3. Veille technique</vt:lpstr>
      <vt:lpstr>3. Veille technique</vt:lpstr>
      <vt:lpstr>3. Veille technique</vt:lpstr>
      <vt:lpstr>3. Veille technique</vt:lpstr>
      <vt:lpstr>3. Veille technique</vt:lpstr>
      <vt:lpstr>3. Veille technique</vt:lpstr>
      <vt:lpstr>3. Veille technique</vt:lpstr>
      <vt:lpstr>3. Veille technique</vt:lpstr>
      <vt:lpstr>4. Conclusion</vt:lpstr>
      <vt:lpstr>Merci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steeve otto</dc:creator>
  <cp:lastModifiedBy>steeve otto</cp:lastModifiedBy>
  <cp:revision>75</cp:revision>
  <dcterms:created xsi:type="dcterms:W3CDTF">2025-02-17T12:54:54Z</dcterms:created>
  <dcterms:modified xsi:type="dcterms:W3CDTF">2026-10-05T14:00:56Z</dcterms:modified>
</cp:coreProperties>
</file>